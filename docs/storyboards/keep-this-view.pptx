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06220c10d740a9" /><Relationship Type="http://schemas.openxmlformats.org/officeDocument/2006/relationships/extended-properties" Target="/docProps/app.xml" Id="Rfec930583f1e4805" /><Relationship Type="http://schemas.openxmlformats.org/officeDocument/2006/relationships/officeDocument" Target="/ppt/presentation.xml" Id="Rc4983fee6bf3441c" /></Relationships>
</file>

<file path=ppt/presentation.xml><?xml version="1.0" encoding="utf-8"?>
<p:presentation xmlns:p="http://schemas.openxmlformats.org/presentationml/2006/main">
  <p:sldMasterIdLst>
    <p:sldMasterId xmlns:r="http://schemas.openxmlformats.org/officeDocument/2006/relationships" id="2147483648" r:id="Ra512b491a4c14fbe"/>
  </p:sldMasterIdLst>
  <p:notesMasterIdLst>
    <p:notesMasterId xmlns:r="http://schemas.openxmlformats.org/officeDocument/2006/relationships" r:id="R040b6545e316408e"/>
  </p:notesMasterIdLst>
  <p:sldIdLst>
    <p:sldId xmlns:r="http://schemas.openxmlformats.org/officeDocument/2006/relationships" id="256" r:id="R3d1bac338dbb4498"/>
    <p:sldId xmlns:r="http://schemas.openxmlformats.org/officeDocument/2006/relationships" id="257" r:id="R6ad106db0bf9445d"/>
    <p:sldId xmlns:r="http://schemas.openxmlformats.org/officeDocument/2006/relationships" id="258" r:id="R0453ef7d8dd846bf"/>
    <p:sldId xmlns:r="http://schemas.openxmlformats.org/officeDocument/2006/relationships" id="259" r:id="R43f8ee1f749f4d6b"/>
    <p:sldId xmlns:r="http://schemas.openxmlformats.org/officeDocument/2006/relationships" id="260" r:id="R14e45a2e2c5e4e2c"/>
    <p:sldId xmlns:r="http://schemas.openxmlformats.org/officeDocument/2006/relationships" id="261" r:id="R8ae7ffde74f14777"/>
    <p:sldId xmlns:r="http://schemas.openxmlformats.org/officeDocument/2006/relationships" id="262" r:id="Re5caea54d95a4e27"/>
    <p:sldId xmlns:r="http://schemas.openxmlformats.org/officeDocument/2006/relationships" id="263" r:id="R00d649bec8bf43ba"/>
    <p:sldId xmlns:r="http://schemas.openxmlformats.org/officeDocument/2006/relationships" id="264" r:id="R6ed40ef67dd842d5"/>
    <p:sldId xmlns:r="http://schemas.openxmlformats.org/officeDocument/2006/relationships" id="265" r:id="Rc60fed329c734e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8c879e3258425b" /><Relationship Type="http://schemas.openxmlformats.org/officeDocument/2006/relationships/slideMaster" Target="/ppt/slideMasters/slideMaster1.xml" Id="Ra512b491a4c14fbe" /><Relationship Type="http://schemas.openxmlformats.org/officeDocument/2006/relationships/notesMaster" Target="/ppt/notesMasters/notesMaster1.xml" Id="R040b6545e316408e" /><Relationship Type="http://schemas.openxmlformats.org/officeDocument/2006/relationships/presProps" Target="/ppt/presProps.xml" Id="R0bee6495701b4f2f" /><Relationship Type="http://schemas.openxmlformats.org/officeDocument/2006/relationships/tableStyles" Target="/ppt/tableStyles.xml" Id="R4ca223baa1a84ac0" /><Relationship Type="http://schemas.openxmlformats.org/officeDocument/2006/relationships/slide" Target="/ppt/slides/slide1.xml" Id="R3d1bac338dbb4498" /><Relationship Type="http://schemas.openxmlformats.org/officeDocument/2006/relationships/slide" Target="/ppt/slides/slide2.xml" Id="R6ad106db0bf9445d" /><Relationship Type="http://schemas.openxmlformats.org/officeDocument/2006/relationships/slide" Target="/ppt/slides/slide3.xml" Id="R0453ef7d8dd846bf" /><Relationship Type="http://schemas.openxmlformats.org/officeDocument/2006/relationships/slide" Target="/ppt/slides/slide4.xml" Id="R43f8ee1f749f4d6b" /><Relationship Type="http://schemas.openxmlformats.org/officeDocument/2006/relationships/slide" Target="/ppt/slides/slide5.xml" Id="R14e45a2e2c5e4e2c" /><Relationship Type="http://schemas.openxmlformats.org/officeDocument/2006/relationships/slide" Target="/ppt/slides/slide6.xml" Id="R8ae7ffde74f14777" /><Relationship Type="http://schemas.openxmlformats.org/officeDocument/2006/relationships/slide" Target="/ppt/slides/slide7.xml" Id="Re5caea54d95a4e27" /><Relationship Type="http://schemas.openxmlformats.org/officeDocument/2006/relationships/slide" Target="/ppt/slides/slide8.xml" Id="R00d649bec8bf43ba" /><Relationship Type="http://schemas.openxmlformats.org/officeDocument/2006/relationships/slide" Target="/ppt/slides/slide9.xml" Id="R6ed40ef67dd842d5" /><Relationship Type="http://schemas.openxmlformats.org/officeDocument/2006/relationships/slide" Target="/ppt/slides/slide10.xml" Id="Rc60fed329c734e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0bcfbea5e44b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3848ba53154964" /><Relationship Type="http://schemas.openxmlformats.org/officeDocument/2006/relationships/notesMaster" Target="/ppt/notesMasters/notesMaster1.xml" Id="Rb9715bd4fd4444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3bfe9c0cd94a47" /><Relationship Type="http://schemas.openxmlformats.org/officeDocument/2006/relationships/notesMaster" Target="/ppt/notesMasters/notesMaster1.xml" Id="R5f75ecc492324f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8f5c4339b34426" /><Relationship Type="http://schemas.openxmlformats.org/officeDocument/2006/relationships/notesMaster" Target="/ppt/notesMasters/notesMaster1.xml" Id="R6b05019bdd1440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68bb8f7cb742ee" /><Relationship Type="http://schemas.openxmlformats.org/officeDocument/2006/relationships/notesMaster" Target="/ppt/notesMasters/notesMaster1.xml" Id="Rc0d4e4ea1f2c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8ed2b0feec4722" /><Relationship Type="http://schemas.openxmlformats.org/officeDocument/2006/relationships/notesMaster" Target="/ppt/notesMasters/notesMaster1.xml" Id="Rf7a661b24b4a45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4d31ee79b549a4" /><Relationship Type="http://schemas.openxmlformats.org/officeDocument/2006/relationships/notesMaster" Target="/ppt/notesMasters/notesMaster1.xml" Id="R9b036868587448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86144fcfcd4769" /><Relationship Type="http://schemas.openxmlformats.org/officeDocument/2006/relationships/notesMaster" Target="/ppt/notesMasters/notesMaster1.xml" Id="R0f3e9d9cc37648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2f864db55d470b" /><Relationship Type="http://schemas.openxmlformats.org/officeDocument/2006/relationships/notesMaster" Target="/ppt/notesMasters/notesMaster1.xml" Id="R6c5ff651f07d48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7e4a238dac44ea" /><Relationship Type="http://schemas.openxmlformats.org/officeDocument/2006/relationships/notesMaster" Target="/ppt/notesMasters/notesMaster1.xml" Id="R50ee1fd603464c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2993e9d5ae4446" /><Relationship Type="http://schemas.openxmlformats.org/officeDocument/2006/relationships/notesMaster" Target="/ppt/notesMasters/notesMaster1.xml" Id="Ra66e36e793304c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selection follows the explicit recommendation after field notes in ENGAGEMENT_PLAN.md. The current Git checkout includes merged field notes at 89aa6ff. This deck proposes a first release and does not imply implementation or deployment.</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paragraph summarizes implemented behaviors listed in README.md. The visitor quote is an illustrative user intention. The proposed release is an image download with an optional personal note, with no changes to shared history.</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button proposed after Field notes, before sound, pause, and fullscreen. It participates in existing chrome visibility rules and has an accessible name. The line about a window is the fictional visitor’s observation, not an automatically generated factual claim. The depicted capture uses an existing rainy-dusk test frame.</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 intent: acquire pixels and metadata atomically from one completed displayed render, at activation or the next complete frame if necessary. Do not re-sample live time when the note changes or download begins. Freeze the capture buffer, crop/pan, calendar and mode together. The shared world continues independently. Proposed optional note maximum: 160 characters, visible counter and accessible validation in implementation. Keep note in memory for the dialog only; add only visitor-entered text, without generated prose. Date values are illustrative.</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first format: one PNG postcard. Preserve the full captured viewport aspect ratio inside the postcard, with a caption below rather than over the artwork. The preview omits transient controls but preserves actual rendered layers, framing and display modes. Example file name: lakeside-cottage-year-2-day-135-1915-live.png. Use real capture timestamp internally to disambiguate repeated filenames. The chosen caption is part of the proposal, not an existing export implementation.</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an initially live visit, return to the current shared present, allowing time elapsed during note writing. Restore an initially paused or private-study mode unchanged. Announce status once through the existing polite status region. Do not enable sound, set follows, mark field-note milestones as read, or trigger world actions. Restore the normal chrome idle behavior after focus moves away. If a browser opens the image instead of downloading, use the fallback described on slide 9.</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Mobile illustration preserves an authored crop of the existing daytime painting; it is a concept, not a measured screenshot of a proposed implementation. Existing mobile toolbar is already tight, so implementation should retain all current controls through a second row or a compact labeled Keep action, and verify at 320, 390 and 800 CSS pixels. Minimum 44 CSS-pixel interactive targets. Dialog must retain a visible close action, label the textarea, trap focus, support Escape and return focus to the entry control. Preserve pan at capture even if resizing occurs afterward.</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modes are evidenced in public/app.js, public/painting.js and README.md. Proposed capture labeling should use independent fields so combinations such as private study plus paused, or disconnected plus static fallback, cannot silently lose a qualifier. For a study, label the selected light explicitly and treat its displayed date/time as study context, never as a historical observation. When no world snapshot has loaded, a static image may be saved only with a Static painting label and no invented world date. Reduced-motion geometry must use the already held pose, not a newly sampled animation frame.</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two failures. If capture itself fails before a complete image exists, explain that the app could not prepare this view and offer Try capture again or Cancel; do not display a fabricated preview. Recapture is explicit and can represent a new moment. If encoding or download preparation fails after capture, retain immutable pixels, caption and note for retry. Do not announce successful file saving from anchor activation. Offer Open image only after a valid image exists. Browser-specific download/save behavior requires implementation validation on desktop and mobile browsers. These are proposed product requirements, not verified platform compatibility claims.</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build sequence: first a renderer capture pilot that composites actual visible WebGL painting or fallback image with the life canvas and intended scene shading, at the same completed render and current crop. Then an accessible dialog, note validation, PNG caption composition and browser download. Finally mode/failure coverage and visual comparison across wide and narrow views. Verify a known completed frame against the export, including bird, smoke, rain and foliage layers; ensure no UI or dialogs enter the export. Check live, paused, reduced motion, light study, reconnect and static fallback, including combined modes and resizing. Keep the shared simulation, database and field-note history unchanged. Scope is a recommendation for review, not an implemented feature.</a:t>
            </a:r>
          </a:p>
          <a:p xmlns:a="http://schemas.openxmlformats.org/drawingml/2006/main">
            <a:r>
              <a:t/>
            </a:r>
          </a:p>
          <a:p xmlns:a="http://schemas.openxmlformats.org/drawingml/2006/main">
            <a:r>
              <a:t>Source context: C:/Users/brian/source/theplaces.online/ENGAGEMENT_PLAN.md (Keep this view recommendation), C:/Users/brian/source/theplaces.online/README.md (implemented scope), C:/Users/brian/source/theplaces.online/public/index.html and public/style.css (existing controls and visual language). All Keep this view screens and behavior are proposals. Scene dates and personal notes are illustrative, not records of the source frame. Existing generated painting provenance: C:/Users/brian/source/theplaces.online/ARTWORK.md. Background captures: C:/Users/brian/source/theplaces.online/docs/engagement-validation/README.md. Captures predate celestial motion and field notes; they serve as storyboard backgrounds, not evidence of the latest renderer.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ced248008e42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a4e447658f40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f200fae15445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e95e677e0a40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5060bd49814b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b0b6537885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D99C32-289A-4632-98A7-8F6D0BD8CD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8F1F74-FA37-4D5E-8B93-E968F885BA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3863CC-2A6B-4C0E-8787-ACA4FED00D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F12EF0-3755-4479-B07A-B348449319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F4B4C6-2A27-414B-B27C-A5BED420A6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85A5AD-34A3-4E4D-AC96-A974CD4EDF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BA9B16-EEB6-4ACC-8CEC-5672D30E4F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A0A36A-E103-4B37-B509-6F70B25675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2F82E-C782-4BF1-9E2D-0BBE09A12F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3884AA-1FC9-413F-B42F-5EDAFBD8C6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354d887d047c4" /><Relationship Type="http://schemas.openxmlformats.org/officeDocument/2006/relationships/slideLayout" Target="/ppt/slideLayouts/slideLayout1.xml" Id="Rf4e5781c186f47e6" /><Relationship Type="http://schemas.openxmlformats.org/officeDocument/2006/relationships/slideLayout" Target="/ppt/slideLayouts/slideLayout2.xml" Id="R117f38a6d0fa4c6e" /><Relationship Type="http://schemas.openxmlformats.org/officeDocument/2006/relationships/slideLayout" Target="/ppt/slideLayouts/slideLayout3.xml" Id="Rc310abae0afb4bda" /><Relationship Type="http://schemas.openxmlformats.org/officeDocument/2006/relationships/slideLayout" Target="/ppt/slideLayouts/slideLayout4.xml" Id="Rab64e0c9f43a4aa0" /><Relationship Type="http://schemas.openxmlformats.org/officeDocument/2006/relationships/slideLayout" Target="/ppt/slideLayouts/slideLayout5.xml" Id="Raa54804a6fdb4041" /><Relationship Type="http://schemas.openxmlformats.org/officeDocument/2006/relationships/slideLayout" Target="/ppt/slideLayouts/slideLayout6.xml" Id="R816b6bbdc18144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e5781c186f47e6"/>
    <p:sldLayoutId xmlns:r="http://schemas.openxmlformats.org/officeDocument/2006/relationships" id="2147483650" r:id="R117f38a6d0fa4c6e"/>
    <p:sldLayoutId xmlns:r="http://schemas.openxmlformats.org/officeDocument/2006/relationships" id="2147483651" r:id="Rc310abae0afb4bda"/>
    <p:sldLayoutId xmlns:r="http://schemas.openxmlformats.org/officeDocument/2006/relationships" id="2147483652" r:id="Rab64e0c9f43a4aa0"/>
    <p:sldLayoutId xmlns:r="http://schemas.openxmlformats.org/officeDocument/2006/relationships" id="2147483653" r:id="Raa54804a6fdb4041"/>
    <p:sldLayoutId xmlns:r="http://schemas.openxmlformats.org/officeDocument/2006/relationships" id="2147483654" r:id="R816b6bbdc18144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a66feea9e64b4d" /><Relationship Type="http://schemas.openxmlformats.org/officeDocument/2006/relationships/image" Target="/ppt/media/image.png" Id="Rb42d006bea1f485c" /><Relationship Type="http://schemas.openxmlformats.org/officeDocument/2006/relationships/notesSlide" Target="/ppt/notesSlides/notesSlide1.xml" Id="R9ede26b0ed6a47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ce6e636cf3450d" /><Relationship Type="http://schemas.openxmlformats.org/officeDocument/2006/relationships/image" Target="/ppt/media/image2.png" Id="R6885156cb97b478e" /><Relationship Type="http://schemas.openxmlformats.org/officeDocument/2006/relationships/notesSlide" Target="/ppt/notesSlides/notesSlide2.xml" Id="Rd9cbf84ad4494c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e82a87d92245b4" /><Relationship Type="http://schemas.openxmlformats.org/officeDocument/2006/relationships/image" Target="/ppt/media/image3.png" Id="R6df84d3ae450425e" /><Relationship Type="http://schemas.openxmlformats.org/officeDocument/2006/relationships/notesSlide" Target="/ppt/notesSlides/notesSlide3.xml" Id="Re538fe18d05c49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48bfd4f69e46d6" /><Relationship Type="http://schemas.openxmlformats.org/officeDocument/2006/relationships/image" Target="/ppt/media/image4.png" Id="R1ee9e482b1e4400d" /><Relationship Type="http://schemas.openxmlformats.org/officeDocument/2006/relationships/image" Target="/ppt/media/image5.png" Id="R87467ca507004fc6" /><Relationship Type="http://schemas.openxmlformats.org/officeDocument/2006/relationships/notesSlide" Target="/ppt/notesSlides/notesSlide4.xml" Id="Ref7bbca2b99d4e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90ef648bb24ac1" /><Relationship Type="http://schemas.openxmlformats.org/officeDocument/2006/relationships/image" Target="/ppt/media/image6.png" Id="R485eb24bc8164a78" /><Relationship Type="http://schemas.openxmlformats.org/officeDocument/2006/relationships/notesSlide" Target="/ppt/notesSlides/notesSlide5.xml" Id="R72351e3b3a8140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8966714b9f48e7" /><Relationship Type="http://schemas.openxmlformats.org/officeDocument/2006/relationships/image" Target="/ppt/media/image7.png" Id="Rd139653c889f4ad6" /><Relationship Type="http://schemas.openxmlformats.org/officeDocument/2006/relationships/notesSlide" Target="/ppt/notesSlides/notesSlide6.xml" Id="R3e0c6190ae2e45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5b49375db9479f" /><Relationship Type="http://schemas.openxmlformats.org/officeDocument/2006/relationships/image" Target="/ppt/media/image8.png" Id="R0487503348af4b34" /><Relationship Type="http://schemas.openxmlformats.org/officeDocument/2006/relationships/image" Target="/ppt/media/image9.png" Id="Re5cf269948ff4877" /><Relationship Type="http://schemas.openxmlformats.org/officeDocument/2006/relationships/image" Target="/ppt/media/image10.png" Id="R114eaafda5a34e0d" /><Relationship Type="http://schemas.openxmlformats.org/officeDocument/2006/relationships/notesSlide" Target="/ppt/notesSlides/notesSlide7.xml" Id="Rc13eec646b0c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702f4e46964990" /><Relationship Type="http://schemas.openxmlformats.org/officeDocument/2006/relationships/image" Target="/ppt/media/image11.png" Id="Rbb492abac7bf4eff" /><Relationship Type="http://schemas.openxmlformats.org/officeDocument/2006/relationships/image" Target="/ppt/media/image12.png" Id="R9d7976a551bc4acb" /><Relationship Type="http://schemas.openxmlformats.org/officeDocument/2006/relationships/image" Target="/ppt/media/image13.png" Id="Rabe80994e3144a78" /><Relationship Type="http://schemas.openxmlformats.org/officeDocument/2006/relationships/image" Target="/ppt/media/image14.png" Id="R949ef01751de4369" /><Relationship Type="http://schemas.openxmlformats.org/officeDocument/2006/relationships/notesSlide" Target="/ppt/notesSlides/notesSlide8.xml" Id="R47ae4bd6a2c547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b60084819c4ad8" /><Relationship Type="http://schemas.openxmlformats.org/officeDocument/2006/relationships/image" Target="/ppt/media/image15.png" Id="Rdf9351cf07654eb7" /><Relationship Type="http://schemas.openxmlformats.org/officeDocument/2006/relationships/image" Target="/ppt/media/image16.png" Id="R8150599ff2e24396" /><Relationship Type="http://schemas.openxmlformats.org/officeDocument/2006/relationships/notesSlide" Target="/ppt/notesSlides/notesSlide9.xml" Id="R6d88a097710447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b6fddb2e0814316" /><Relationship Type="http://schemas.openxmlformats.org/officeDocument/2006/relationships/notesSlide" Target="/ppt/notesSlides/notesSlide10.xml" Id="Rad3c5cf29f084653" /></Relationships>
</file>

<file path=ppt/slides/slide1.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7DBED22-87F3-4900-9BF2-E58414BF9647}"/>
              </a:ext>
            </a:extLst>
          </p:cNvPr>
          <p:cNvPicPr>
            <a:picLocks xmlns:a="http://schemas.openxmlformats.org/drawingml/2006/main" noChangeAspect="1"/>
          </p:cNvPicPr>
          <p:nvPr/>
        </p:nvPicPr>
        <p:blipFill>
          <a:blip xmlns:r="http://schemas.openxmlformats.org/officeDocument/2006/relationships" xmlns:a="http://schemas.openxmlformats.org/drawingml/2006/main" r:embed="Rb42d006bea1f485c"/>
          <a:srcRect xmlns:a="http://schemas.openxmlformats.org/drawingml/2006/main" l="4000" t="0" r="21000" b="0"/>
          <a:stretch xmlns:a="http://schemas.openxmlformats.org/drawingml/2006/main"/>
        </p:blipFill>
        <p:spPr>
          <a:xfrm xmlns:a="http://schemas.openxmlformats.org/drawingml/2006/main">
            <a:off x="4857750" y="0"/>
            <a:ext cx="7334250" cy="6858000"/>
          </a:xfrm>
          <a:prstGeom xmlns:a="http://schemas.openxmlformats.org/drawingml/2006/main" prst="rect">
            <a:avLst/>
          </a:prstGeom>
        </p:spPr>
      </p:pic>
      <p:sp>
        <p:nvSpPr>
          <p:cNvPr id="2" name="text-2">
            <a:extLst xmlns:a="http://schemas.openxmlformats.org/drawingml/2006/main">
              <a:ext uri="{FF2B5EF4-FFF2-40B4-BE49-F238E27FC236}">
                <a16:creationId xmlns:a16="http://schemas.microsoft.com/office/drawing/2014/main" id="{5C6D0256-56B3-4E98-BD8D-2F10FA874115}"/>
              </a:ext>
            </a:extLst>
          </p:cNvPr>
          <p:cNvSpPr>
            <a:spLocks xmlns:a="http://schemas.openxmlformats.org/drawingml/2006/main" noGrp="1"/>
          </p:cNvSpPr>
          <p:nvPr/>
        </p:nvSpPr>
        <p:spPr>
          <a:xfrm xmlns:a="http://schemas.openxmlformats.org/drawingml/2006/main">
            <a:off x="457200" y="4000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293930"/>
                </a:solidFill>
                <a:latin typeface="Georgia"/>
                <a:ea typeface="Georgia"/>
                <a:cs typeface="Georgia"/>
              </a:defRPr>
            </a:defPPr>
            <a:lvl1pPr algn="l">
              <a:defRPr sz="2625" b="0">
                <a:solidFill>
                  <a:srgbClr val="293930"/>
                </a:solidFill>
                <a:latin typeface="Georgia"/>
                <a:ea typeface="Georgia"/>
                <a:cs typeface="Georgia"/>
              </a:defRPr>
            </a:lvl1pPr>
            <a:lvl2pPr algn="l">
              <a:defRPr sz="2625" b="0">
                <a:solidFill>
                  <a:srgbClr val="293930"/>
                </a:solidFill>
                <a:latin typeface="Georgia"/>
                <a:ea typeface="Georgia"/>
                <a:cs typeface="Georgia"/>
              </a:defRPr>
            </a:lvl2pPr>
            <a:lvl3pPr algn="l">
              <a:defRPr sz="2625" b="0">
                <a:solidFill>
                  <a:srgbClr val="293930"/>
                </a:solidFill>
                <a:latin typeface="Georgia"/>
                <a:ea typeface="Georgia"/>
                <a:cs typeface="Georgia"/>
              </a:defRPr>
            </a:lvl3pPr>
            <a:lvl4pPr algn="l">
              <a:defRPr sz="2625" b="0">
                <a:solidFill>
                  <a:srgbClr val="293930"/>
                </a:solidFill>
                <a:latin typeface="Georgia"/>
                <a:ea typeface="Georgia"/>
                <a:cs typeface="Georgia"/>
              </a:defRPr>
            </a:lvl4pPr>
            <a:lvl5pPr algn="l">
              <a:defRPr sz="2625" b="0">
                <a:solidFill>
                  <a:srgbClr val="293930"/>
                </a:solidFill>
                <a:latin typeface="Georgia"/>
                <a:ea typeface="Georgia"/>
                <a:cs typeface="Georgia"/>
              </a:defRPr>
            </a:lvl5pPr>
            <a:lvl6pPr algn="l">
              <a:defRPr sz="2625" b="0">
                <a:solidFill>
                  <a:srgbClr val="293930"/>
                </a:solidFill>
                <a:latin typeface="Georgia"/>
                <a:ea typeface="Georgia"/>
                <a:cs typeface="Georgia"/>
              </a:defRPr>
            </a:lvl6pPr>
            <a:lvl7pPr algn="l">
              <a:defRPr sz="2625" b="0">
                <a:solidFill>
                  <a:srgbClr val="293930"/>
                </a:solidFill>
                <a:latin typeface="Georgia"/>
                <a:ea typeface="Georgia"/>
                <a:cs typeface="Georgia"/>
              </a:defRPr>
            </a:lvl7pPr>
            <a:lvl8pPr algn="l">
              <a:defRPr sz="2625" b="0">
                <a:solidFill>
                  <a:srgbClr val="293930"/>
                </a:solidFill>
                <a:latin typeface="Georgia"/>
                <a:ea typeface="Georgia"/>
                <a:cs typeface="Georgia"/>
              </a:defRPr>
            </a:lvl8pPr>
            <a:lvl9pPr algn="l">
              <a:defRPr sz="2625" b="0">
                <a:solidFill>
                  <a:srgbClr val="293930"/>
                </a:solidFill>
                <a:latin typeface="Georgia"/>
                <a:ea typeface="Georgia"/>
                <a:cs typeface="Georgia"/>
              </a:defRPr>
            </a:lvl9pPr>
          </a:lstStyle>
          <a:p xmlns:a="http://schemas.openxmlformats.org/drawingml/2006/main">
            <a:pPr algn="l">
              <a:defRPr sz="2625" b="0">
                <a:solidFill>
                  <a:srgbClr val="293930"/>
                </a:solidFill>
                <a:latin typeface="Georgia"/>
                <a:ea typeface="Georgia"/>
                <a:cs typeface="Georgia"/>
              </a:defRPr>
            </a:pPr>
            <a:r>
              <a:rPr sz="2625" b="0">
                <a:solidFill>
                  <a:srgbClr val="293930"/>
                </a:solidFill>
                <a:latin typeface="Georgia"/>
                <a:ea typeface="Georgia"/>
                <a:cs typeface="Georgia"/>
              </a:rPr>
              <a:t>a view.</a:t>
            </a:r>
          </a:p>
        </p:txBody>
      </p:sp>
      <p:sp>
        <p:nvSpPr>
          <p:cNvPr id="3" name="text-4">
            <a:extLst xmlns:a="http://schemas.openxmlformats.org/drawingml/2006/main">
              <a:ext uri="{FF2B5EF4-FFF2-40B4-BE49-F238E27FC236}">
                <a16:creationId xmlns:a16="http://schemas.microsoft.com/office/drawing/2014/main" id="{C49A44A1-0825-47B1-8950-D5C46DB8CF94}"/>
              </a:ext>
            </a:extLst>
          </p:cNvPr>
          <p:cNvSpPr>
            <a:spLocks xmlns:a="http://schemas.openxmlformats.org/drawingml/2006/main" noGrp="1"/>
          </p:cNvSpPr>
          <p:nvPr/>
        </p:nvSpPr>
        <p:spPr>
          <a:xfrm xmlns:a="http://schemas.openxmlformats.org/drawingml/2006/main">
            <a:off x="457200" y="2171700"/>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293930"/>
                </a:solidFill>
                <a:latin typeface="Arial"/>
                <a:ea typeface="Arial"/>
                <a:cs typeface="Arial"/>
              </a:defRPr>
            </a:defPPr>
            <a:lvl1pPr algn="l">
              <a:defRPr sz="4875" b="1">
                <a:solidFill>
                  <a:srgbClr val="293930"/>
                </a:solidFill>
                <a:latin typeface="Arial"/>
                <a:ea typeface="Arial"/>
                <a:cs typeface="Arial"/>
              </a:defRPr>
            </a:lvl1pPr>
            <a:lvl2pPr algn="l">
              <a:defRPr sz="4875" b="1">
                <a:solidFill>
                  <a:srgbClr val="293930"/>
                </a:solidFill>
                <a:latin typeface="Arial"/>
                <a:ea typeface="Arial"/>
                <a:cs typeface="Arial"/>
              </a:defRPr>
            </a:lvl2pPr>
            <a:lvl3pPr algn="l">
              <a:defRPr sz="4875" b="1">
                <a:solidFill>
                  <a:srgbClr val="293930"/>
                </a:solidFill>
                <a:latin typeface="Arial"/>
                <a:ea typeface="Arial"/>
                <a:cs typeface="Arial"/>
              </a:defRPr>
            </a:lvl3pPr>
            <a:lvl4pPr algn="l">
              <a:defRPr sz="4875" b="1">
                <a:solidFill>
                  <a:srgbClr val="293930"/>
                </a:solidFill>
                <a:latin typeface="Arial"/>
                <a:ea typeface="Arial"/>
                <a:cs typeface="Arial"/>
              </a:defRPr>
            </a:lvl4pPr>
            <a:lvl5pPr algn="l">
              <a:defRPr sz="4875" b="1">
                <a:solidFill>
                  <a:srgbClr val="293930"/>
                </a:solidFill>
                <a:latin typeface="Arial"/>
                <a:ea typeface="Arial"/>
                <a:cs typeface="Arial"/>
              </a:defRPr>
            </a:lvl5pPr>
            <a:lvl6pPr algn="l">
              <a:defRPr sz="4875" b="1">
                <a:solidFill>
                  <a:srgbClr val="293930"/>
                </a:solidFill>
                <a:latin typeface="Arial"/>
                <a:ea typeface="Arial"/>
                <a:cs typeface="Arial"/>
              </a:defRPr>
            </a:lvl6pPr>
            <a:lvl7pPr algn="l">
              <a:defRPr sz="4875" b="1">
                <a:solidFill>
                  <a:srgbClr val="293930"/>
                </a:solidFill>
                <a:latin typeface="Arial"/>
                <a:ea typeface="Arial"/>
                <a:cs typeface="Arial"/>
              </a:defRPr>
            </a:lvl7pPr>
            <a:lvl8pPr algn="l">
              <a:defRPr sz="4875" b="1">
                <a:solidFill>
                  <a:srgbClr val="293930"/>
                </a:solidFill>
                <a:latin typeface="Arial"/>
                <a:ea typeface="Arial"/>
                <a:cs typeface="Arial"/>
              </a:defRPr>
            </a:lvl8pPr>
            <a:lvl9pPr algn="l">
              <a:defRPr sz="4875" b="1">
                <a:solidFill>
                  <a:srgbClr val="293930"/>
                </a:solidFill>
                <a:latin typeface="Arial"/>
                <a:ea typeface="Arial"/>
                <a:cs typeface="Arial"/>
              </a:defRPr>
            </a:lvl9pPr>
          </a:lstStyle>
          <a:p xmlns:a="http://schemas.openxmlformats.org/drawingml/2006/main">
            <a:pPr algn="l">
              <a:defRPr sz="4875" b="1">
                <a:solidFill>
                  <a:srgbClr val="293930"/>
                </a:solidFill>
                <a:latin typeface="Arial"/>
                <a:ea typeface="Arial"/>
                <a:cs typeface="Arial"/>
              </a:defRPr>
            </a:pPr>
            <a:r>
              <a:rPr sz="4875" b="1">
                <a:solidFill>
                  <a:srgbClr val="293930"/>
                </a:solidFill>
                <a:latin typeface="Arial"/>
                <a:ea typeface="Arial"/>
                <a:cs typeface="Arial"/>
              </a:rPr>
              <a:t>Keep</a:t>
            </a:r>
          </a:p>
          <a:p xmlns:a="http://schemas.openxmlformats.org/drawingml/2006/main">
            <a:pPr algn="l">
              <a:defRPr sz="4875" b="1">
                <a:solidFill>
                  <a:srgbClr val="293930"/>
                </a:solidFill>
                <a:latin typeface="Arial"/>
                <a:ea typeface="Arial"/>
                <a:cs typeface="Arial"/>
              </a:defRPr>
            </a:pPr>
            <a:r>
              <a:rPr sz="4875" b="1">
                <a:solidFill>
                  <a:srgbClr val="293930"/>
                </a:solidFill>
                <a:latin typeface="Arial"/>
                <a:ea typeface="Arial"/>
                <a:cs typeface="Arial"/>
              </a:rPr>
              <a:t>this view</a:t>
            </a:r>
          </a:p>
        </p:txBody>
      </p:sp>
      <p:sp>
        <p:nvSpPr>
          <p:cNvPr id="4" name="text-6">
            <a:extLst xmlns:a="http://schemas.openxmlformats.org/drawingml/2006/main">
              <a:ext uri="{FF2B5EF4-FFF2-40B4-BE49-F238E27FC236}">
                <a16:creationId xmlns:a16="http://schemas.microsoft.com/office/drawing/2014/main" id="{72C62431-E20A-41BE-91FB-F112F0F9DBFC}"/>
              </a:ext>
            </a:extLst>
          </p:cNvPr>
          <p:cNvSpPr>
            <a:spLocks xmlns:a="http://schemas.openxmlformats.org/drawingml/2006/main" noGrp="1"/>
          </p:cNvSpPr>
          <p:nvPr/>
        </p:nvSpPr>
        <p:spPr>
          <a:xfrm xmlns:a="http://schemas.openxmlformats.org/drawingml/2006/main">
            <a:off x="485775" y="4000500"/>
            <a:ext cx="3905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5F"/>
                </a:solidFill>
                <a:latin typeface="Arial"/>
                <a:ea typeface="Arial"/>
                <a:cs typeface="Arial"/>
              </a:defRPr>
            </a:defPPr>
            <a:lvl1pPr algn="l">
              <a:defRPr sz="2025" b="0">
                <a:solidFill>
                  <a:srgbClr val="64705F"/>
                </a:solidFill>
                <a:latin typeface="Arial"/>
                <a:ea typeface="Arial"/>
                <a:cs typeface="Arial"/>
              </a:defRPr>
            </a:lvl1pPr>
            <a:lvl2pPr algn="l">
              <a:defRPr sz="2025" b="0">
                <a:solidFill>
                  <a:srgbClr val="64705F"/>
                </a:solidFill>
                <a:latin typeface="Arial"/>
                <a:ea typeface="Arial"/>
                <a:cs typeface="Arial"/>
              </a:defRPr>
            </a:lvl2pPr>
            <a:lvl3pPr algn="l">
              <a:defRPr sz="2025" b="0">
                <a:solidFill>
                  <a:srgbClr val="64705F"/>
                </a:solidFill>
                <a:latin typeface="Arial"/>
                <a:ea typeface="Arial"/>
                <a:cs typeface="Arial"/>
              </a:defRPr>
            </a:lvl3pPr>
            <a:lvl4pPr algn="l">
              <a:defRPr sz="2025" b="0">
                <a:solidFill>
                  <a:srgbClr val="64705F"/>
                </a:solidFill>
                <a:latin typeface="Arial"/>
                <a:ea typeface="Arial"/>
                <a:cs typeface="Arial"/>
              </a:defRPr>
            </a:lvl4pPr>
            <a:lvl5pPr algn="l">
              <a:defRPr sz="2025" b="0">
                <a:solidFill>
                  <a:srgbClr val="64705F"/>
                </a:solidFill>
                <a:latin typeface="Arial"/>
                <a:ea typeface="Arial"/>
                <a:cs typeface="Arial"/>
              </a:defRPr>
            </a:lvl5pPr>
            <a:lvl6pPr algn="l">
              <a:defRPr sz="2025" b="0">
                <a:solidFill>
                  <a:srgbClr val="64705F"/>
                </a:solidFill>
                <a:latin typeface="Arial"/>
                <a:ea typeface="Arial"/>
                <a:cs typeface="Arial"/>
              </a:defRPr>
            </a:lvl6pPr>
            <a:lvl7pPr algn="l">
              <a:defRPr sz="2025" b="0">
                <a:solidFill>
                  <a:srgbClr val="64705F"/>
                </a:solidFill>
                <a:latin typeface="Arial"/>
                <a:ea typeface="Arial"/>
                <a:cs typeface="Arial"/>
              </a:defRPr>
            </a:lvl7pPr>
            <a:lvl8pPr algn="l">
              <a:defRPr sz="2025" b="0">
                <a:solidFill>
                  <a:srgbClr val="64705F"/>
                </a:solidFill>
                <a:latin typeface="Arial"/>
                <a:ea typeface="Arial"/>
                <a:cs typeface="Arial"/>
              </a:defRPr>
            </a:lvl8pPr>
            <a:lvl9pPr algn="l">
              <a:defRPr sz="2025" b="0">
                <a:solidFill>
                  <a:srgbClr val="64705F"/>
                </a:solidFill>
                <a:latin typeface="Arial"/>
                <a:ea typeface="Arial"/>
                <a:cs typeface="Arial"/>
              </a:defRPr>
            </a:lvl9pPr>
          </a:lstStyle>
          <a:p xmlns:a="http://schemas.openxmlformats.org/drawingml/2006/main">
            <a:pPr algn="l">
              <a:defRPr sz="2025" b="0">
                <a:solidFill>
                  <a:srgbClr val="64705F"/>
                </a:solidFill>
                <a:latin typeface="Arial"/>
                <a:ea typeface="Arial"/>
                <a:cs typeface="Arial"/>
              </a:defRPr>
            </a:pPr>
            <a:r>
              <a:rPr sz="2025" b="0">
                <a:solidFill>
                  <a:srgbClr val="64705F"/>
                </a:solidFill>
                <a:latin typeface="Arial"/>
                <a:ea typeface="Arial"/>
                <a:cs typeface="Arial"/>
              </a:rPr>
              <a:t>A personal memory of</a:t>
            </a:r>
          </a:p>
          <a:p xmlns:a="http://schemas.openxmlformats.org/drawingml/2006/main">
            <a:pPr algn="l">
              <a:defRPr sz="2025" b="0">
                <a:solidFill>
                  <a:srgbClr val="64705F"/>
                </a:solidFill>
                <a:latin typeface="Arial"/>
                <a:ea typeface="Arial"/>
                <a:cs typeface="Arial"/>
              </a:defRPr>
            </a:pPr>
            <a:r>
              <a:rPr sz="2025" b="0">
                <a:solidFill>
                  <a:srgbClr val="64705F"/>
                </a:solidFill>
                <a:latin typeface="Arial"/>
                <a:ea typeface="Arial"/>
                <a:cs typeface="Arial"/>
              </a:rPr>
              <a:t>a shared, living world</a:t>
            </a:r>
          </a:p>
        </p:txBody>
      </p:sp>
      <p:sp>
        <p:nvSpPr>
          <p:cNvPr id="5" name="text-8">
            <a:extLst xmlns:a="http://schemas.openxmlformats.org/drawingml/2006/main">
              <a:ext uri="{FF2B5EF4-FFF2-40B4-BE49-F238E27FC236}">
                <a16:creationId xmlns:a16="http://schemas.microsoft.com/office/drawing/2014/main" id="{B06072DE-FE80-4552-B37C-4608E14B764D}"/>
              </a:ext>
            </a:extLst>
          </p:cNvPr>
          <p:cNvSpPr>
            <a:spLocks xmlns:a="http://schemas.openxmlformats.org/drawingml/2006/main" noGrp="1"/>
          </p:cNvSpPr>
          <p:nvPr/>
        </p:nvSpPr>
        <p:spPr>
          <a:xfrm xmlns:a="http://schemas.openxmlformats.org/drawingml/2006/main">
            <a:off x="485775" y="5648325"/>
            <a:ext cx="3857625"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Feature storyboard</a:t>
            </a:r>
          </a:p>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Proposal for the next release</a:t>
            </a:r>
          </a:p>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22 October 2026</a:t>
            </a:r>
          </a:p>
        </p:txBody>
      </p:sp>
    </p:spTree>
    <p:extLst>
      <p:ext uri="{BB962C8B-B14F-4D97-AF65-F5344CB8AC3E}">
        <p14:creationId xmlns:p14="http://schemas.microsoft.com/office/powerpoint/2010/main" val="489984345"/>
      </p:ext>
    </p:extLst>
  </p:cSld>
</p:sld>
</file>

<file path=ppt/slides/slide2.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14" name="text-10">
            <a:extLst xmlns:a="http://schemas.openxmlformats.org/drawingml/2006/main">
              <a:ext uri="{FF2B5EF4-FFF2-40B4-BE49-F238E27FC236}">
                <a16:creationId xmlns:a16="http://schemas.microsoft.com/office/drawing/2014/main" id="{290BE5C5-E55C-42AB-A2D6-5AE3A95F0755}"/>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A moment worth keeping</a:t>
            </a:r>
          </a:p>
        </p:txBody>
      </p:sp>
      <p:sp>
        <p:nvSpPr>
          <p:cNvPr id="2" name="text-12">
            <a:extLst xmlns:a="http://schemas.openxmlformats.org/drawingml/2006/main">
              <a:ext uri="{FF2B5EF4-FFF2-40B4-BE49-F238E27FC236}">
                <a16:creationId xmlns:a16="http://schemas.microsoft.com/office/drawing/2014/main" id="{1A3E7624-B366-42A9-9D04-48FB50D77541}"/>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next small addition after field notes</a:t>
            </a:r>
          </a:p>
        </p:txBody>
      </p:sp>
      <p:sp>
        <p:nvSpPr>
          <p:cNvPr id="3" name="shape-13">
            <a:extLst xmlns:a="http://schemas.openxmlformats.org/drawingml/2006/main">
              <a:ext uri="{FF2B5EF4-FFF2-40B4-BE49-F238E27FC236}">
                <a16:creationId xmlns:a16="http://schemas.microsoft.com/office/drawing/2014/main" id="{13E16001-DD65-47F1-AB6A-4597D58D511E}"/>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15">
            <a:extLst xmlns:a="http://schemas.openxmlformats.org/drawingml/2006/main">
              <a:ext uri="{FF2B5EF4-FFF2-40B4-BE49-F238E27FC236}">
                <a16:creationId xmlns:a16="http://schemas.microsoft.com/office/drawing/2014/main" id="{0EDBBC14-F516-4655-BEA6-72AC7A97DF34}"/>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17">
            <a:extLst xmlns:a="http://schemas.openxmlformats.org/drawingml/2006/main">
              <a:ext uri="{FF2B5EF4-FFF2-40B4-BE49-F238E27FC236}">
                <a16:creationId xmlns:a16="http://schemas.microsoft.com/office/drawing/2014/main" id="{83B3EA07-19AF-41AE-A0F5-E01920F1C231}"/>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02</a:t>
            </a:r>
          </a:p>
        </p:txBody>
      </p:sp>
      <p:sp>
        <p:nvSpPr>
          <p:cNvPr id="6" name="text-19">
            <a:extLst xmlns:a="http://schemas.openxmlformats.org/drawingml/2006/main">
              <a:ext uri="{FF2B5EF4-FFF2-40B4-BE49-F238E27FC236}">
                <a16:creationId xmlns:a16="http://schemas.microsoft.com/office/drawing/2014/main" id="{A0094CF9-A7AC-451F-B18F-EB9C633EF459}"/>
              </a:ext>
            </a:extLst>
          </p:cNvPr>
          <p:cNvSpPr>
            <a:spLocks xmlns:a="http://schemas.openxmlformats.org/drawingml/2006/main" noGrp="1"/>
          </p:cNvSpPr>
          <p:nvPr/>
        </p:nvSpPr>
        <p:spPr>
          <a:xfrm xmlns:a="http://schemas.openxmlformats.org/drawingml/2006/main">
            <a:off x="457200" y="1666875"/>
            <a:ext cx="495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93930"/>
                </a:solidFill>
                <a:latin typeface="Arial"/>
                <a:ea typeface="Arial"/>
                <a:cs typeface="Arial"/>
              </a:defRPr>
            </a:defPPr>
            <a:lvl1pPr algn="l">
              <a:defRPr sz="2175" b="1">
                <a:solidFill>
                  <a:srgbClr val="293930"/>
                </a:solidFill>
                <a:latin typeface="Arial"/>
                <a:ea typeface="Arial"/>
                <a:cs typeface="Arial"/>
              </a:defRPr>
            </a:lvl1pPr>
            <a:lvl2pPr algn="l">
              <a:defRPr sz="2175" b="1">
                <a:solidFill>
                  <a:srgbClr val="293930"/>
                </a:solidFill>
                <a:latin typeface="Arial"/>
                <a:ea typeface="Arial"/>
                <a:cs typeface="Arial"/>
              </a:defRPr>
            </a:lvl2pPr>
            <a:lvl3pPr algn="l">
              <a:defRPr sz="2175" b="1">
                <a:solidFill>
                  <a:srgbClr val="293930"/>
                </a:solidFill>
                <a:latin typeface="Arial"/>
                <a:ea typeface="Arial"/>
                <a:cs typeface="Arial"/>
              </a:defRPr>
            </a:lvl3pPr>
            <a:lvl4pPr algn="l">
              <a:defRPr sz="2175" b="1">
                <a:solidFill>
                  <a:srgbClr val="293930"/>
                </a:solidFill>
                <a:latin typeface="Arial"/>
                <a:ea typeface="Arial"/>
                <a:cs typeface="Arial"/>
              </a:defRPr>
            </a:lvl4pPr>
            <a:lvl5pPr algn="l">
              <a:defRPr sz="2175" b="1">
                <a:solidFill>
                  <a:srgbClr val="293930"/>
                </a:solidFill>
                <a:latin typeface="Arial"/>
                <a:ea typeface="Arial"/>
                <a:cs typeface="Arial"/>
              </a:defRPr>
            </a:lvl5pPr>
            <a:lvl6pPr algn="l">
              <a:defRPr sz="2175" b="1">
                <a:solidFill>
                  <a:srgbClr val="293930"/>
                </a:solidFill>
                <a:latin typeface="Arial"/>
                <a:ea typeface="Arial"/>
                <a:cs typeface="Arial"/>
              </a:defRPr>
            </a:lvl6pPr>
            <a:lvl7pPr algn="l">
              <a:defRPr sz="2175" b="1">
                <a:solidFill>
                  <a:srgbClr val="293930"/>
                </a:solidFill>
                <a:latin typeface="Arial"/>
                <a:ea typeface="Arial"/>
                <a:cs typeface="Arial"/>
              </a:defRPr>
            </a:lvl7pPr>
            <a:lvl8pPr algn="l">
              <a:defRPr sz="2175" b="1">
                <a:solidFill>
                  <a:srgbClr val="293930"/>
                </a:solidFill>
                <a:latin typeface="Arial"/>
                <a:ea typeface="Arial"/>
                <a:cs typeface="Arial"/>
              </a:defRPr>
            </a:lvl8pPr>
            <a:lvl9pPr algn="l">
              <a:defRPr sz="2175" b="1">
                <a:solidFill>
                  <a:srgbClr val="293930"/>
                </a:solidFill>
                <a:latin typeface="Arial"/>
                <a:ea typeface="Arial"/>
                <a:cs typeface="Arial"/>
              </a:defRPr>
            </a:lvl9pPr>
          </a:lstStyle>
          <a:p xmlns:a="http://schemas.openxmlformats.org/drawingml/2006/main">
            <a:pPr algn="l">
              <a:defRPr sz="2175" b="1">
                <a:solidFill>
                  <a:srgbClr val="293930"/>
                </a:solidFill>
                <a:latin typeface="Arial"/>
                <a:ea typeface="Arial"/>
                <a:cs typeface="Arial"/>
              </a:defRPr>
            </a:pPr>
            <a:r>
              <a:rPr sz="2175" b="1">
                <a:solidFill>
                  <a:srgbClr val="293930"/>
                </a:solidFill>
                <a:latin typeface="Arial"/>
                <a:ea typeface="Arial"/>
                <a:cs typeface="Arial"/>
              </a:rPr>
              <a:t>The place already carries history</a:t>
            </a:r>
          </a:p>
        </p:txBody>
      </p:sp>
      <p:sp>
        <p:nvSpPr>
          <p:cNvPr id="7" name="text-21">
            <a:extLst xmlns:a="http://schemas.openxmlformats.org/drawingml/2006/main">
              <a:ext uri="{FF2B5EF4-FFF2-40B4-BE49-F238E27FC236}">
                <a16:creationId xmlns:a16="http://schemas.microsoft.com/office/drawing/2014/main" id="{5E87B3A6-5C5D-4329-8318-3D3EBC9DE3BD}"/>
              </a:ext>
            </a:extLst>
          </p:cNvPr>
          <p:cNvSpPr>
            <a:spLocks xmlns:a="http://schemas.openxmlformats.org/drawingml/2006/main" noGrp="1"/>
          </p:cNvSpPr>
          <p:nvPr/>
        </p:nvSpPr>
        <p:spPr>
          <a:xfrm xmlns:a="http://schemas.openxmlformats.org/drawingml/2006/main">
            <a:off x="457200" y="23050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3930"/>
                </a:solidFill>
                <a:latin typeface="Arial"/>
                <a:ea typeface="Arial"/>
                <a:cs typeface="Arial"/>
              </a:defRPr>
            </a:defPPr>
            <a:lvl1pPr algn="l">
              <a:defRPr sz="1875" b="0">
                <a:solidFill>
                  <a:srgbClr val="293930"/>
                </a:solidFill>
                <a:latin typeface="Arial"/>
                <a:ea typeface="Arial"/>
                <a:cs typeface="Arial"/>
              </a:defRPr>
            </a:lvl1pPr>
            <a:lvl2pPr algn="l">
              <a:defRPr sz="1875" b="0">
                <a:solidFill>
                  <a:srgbClr val="293930"/>
                </a:solidFill>
                <a:latin typeface="Arial"/>
                <a:ea typeface="Arial"/>
                <a:cs typeface="Arial"/>
              </a:defRPr>
            </a:lvl2pPr>
            <a:lvl3pPr algn="l">
              <a:defRPr sz="1875" b="0">
                <a:solidFill>
                  <a:srgbClr val="293930"/>
                </a:solidFill>
                <a:latin typeface="Arial"/>
                <a:ea typeface="Arial"/>
                <a:cs typeface="Arial"/>
              </a:defRPr>
            </a:lvl3pPr>
            <a:lvl4pPr algn="l">
              <a:defRPr sz="1875" b="0">
                <a:solidFill>
                  <a:srgbClr val="293930"/>
                </a:solidFill>
                <a:latin typeface="Arial"/>
                <a:ea typeface="Arial"/>
                <a:cs typeface="Arial"/>
              </a:defRPr>
            </a:lvl4pPr>
            <a:lvl5pPr algn="l">
              <a:defRPr sz="1875" b="0">
                <a:solidFill>
                  <a:srgbClr val="293930"/>
                </a:solidFill>
                <a:latin typeface="Arial"/>
                <a:ea typeface="Arial"/>
                <a:cs typeface="Arial"/>
              </a:defRPr>
            </a:lvl5pPr>
            <a:lvl6pPr algn="l">
              <a:defRPr sz="1875" b="0">
                <a:solidFill>
                  <a:srgbClr val="293930"/>
                </a:solidFill>
                <a:latin typeface="Arial"/>
                <a:ea typeface="Arial"/>
                <a:cs typeface="Arial"/>
              </a:defRPr>
            </a:lvl6pPr>
            <a:lvl7pPr algn="l">
              <a:defRPr sz="1875" b="0">
                <a:solidFill>
                  <a:srgbClr val="293930"/>
                </a:solidFill>
                <a:latin typeface="Arial"/>
                <a:ea typeface="Arial"/>
                <a:cs typeface="Arial"/>
              </a:defRPr>
            </a:lvl7pPr>
            <a:lvl8pPr algn="l">
              <a:defRPr sz="1875" b="0">
                <a:solidFill>
                  <a:srgbClr val="293930"/>
                </a:solidFill>
                <a:latin typeface="Arial"/>
                <a:ea typeface="Arial"/>
                <a:cs typeface="Arial"/>
              </a:defRPr>
            </a:lvl8pPr>
            <a:lvl9pPr algn="l">
              <a:defRPr sz="1875" b="0">
                <a:solidFill>
                  <a:srgbClr val="293930"/>
                </a:solidFill>
                <a:latin typeface="Arial"/>
                <a:ea typeface="Arial"/>
                <a:cs typeface="Arial"/>
              </a:defRPr>
            </a:lvl9pPr>
          </a:lstStyle>
          <a:p xmlns:a="http://schemas.openxmlformats.org/drawingml/2006/main">
            <a:pPr algn="l">
              <a:defRPr sz="1875" b="0">
                <a:solidFill>
                  <a:srgbClr val="293930"/>
                </a:solidFill>
                <a:latin typeface="Arial"/>
                <a:ea typeface="Arial"/>
                <a:cs typeface="Arial"/>
              </a:defRPr>
            </a:pPr>
            <a:r>
              <a:rPr sz="1875" b="0">
                <a:solidFill>
                  <a:srgbClr val="293930"/>
                </a:solidFill>
                <a:latin typeface="Arial"/>
                <a:ea typeface="Arial"/>
                <a:cs typeface="Arial"/>
              </a:rPr>
              <a:t>Weather leaves traces. The cottage has a routine. The familiar bird returns. Field notes recall committed changes.</a:t>
            </a:r>
          </a:p>
        </p:txBody>
      </p:sp>
      <p:sp>
        <p:nvSpPr>
          <p:cNvPr id="8" name="shape-22">
            <a:extLst xmlns:a="http://schemas.openxmlformats.org/drawingml/2006/main">
              <a:ext uri="{FF2B5EF4-FFF2-40B4-BE49-F238E27FC236}">
                <a16:creationId xmlns:a16="http://schemas.microsoft.com/office/drawing/2014/main" id="{621EAC60-AA01-4E62-8FD4-ACC8A6CC76C5}"/>
              </a:ext>
            </a:extLst>
          </p:cNvPr>
          <p:cNvSpPr>
            <a:spLocks xmlns:a="http://schemas.openxmlformats.org/drawingml/2006/main" noGrp="1"/>
          </p:cNvSpPr>
          <p:nvPr/>
        </p:nvSpPr>
        <p:spPr>
          <a:xfrm xmlns:a="http://schemas.openxmlformats.org/drawingml/2006/main">
            <a:off x="457200" y="3810000"/>
            <a:ext cx="49530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9" name="text-24">
            <a:extLst xmlns:a="http://schemas.openxmlformats.org/drawingml/2006/main">
              <a:ext uri="{FF2B5EF4-FFF2-40B4-BE49-F238E27FC236}">
                <a16:creationId xmlns:a16="http://schemas.microsoft.com/office/drawing/2014/main" id="{EDFC20E7-D0F2-4C90-B5BA-E1DFB475FBBF}"/>
              </a:ext>
            </a:extLst>
          </p:cNvPr>
          <p:cNvSpPr>
            <a:spLocks xmlns:a="http://schemas.openxmlformats.org/drawingml/2006/main" noGrp="1"/>
          </p:cNvSpPr>
          <p:nvPr/>
        </p:nvSpPr>
        <p:spPr>
          <a:xfrm xmlns:a="http://schemas.openxmlformats.org/drawingml/2006/main">
            <a:off x="457200" y="40767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This feature adds a personal record</a:t>
            </a:r>
          </a:p>
        </p:txBody>
      </p:sp>
      <p:sp>
        <p:nvSpPr>
          <p:cNvPr id="10" name="text-26">
            <a:extLst xmlns:a="http://schemas.openxmlformats.org/drawingml/2006/main">
              <a:ext uri="{FF2B5EF4-FFF2-40B4-BE49-F238E27FC236}">
                <a16:creationId xmlns:a16="http://schemas.microsoft.com/office/drawing/2014/main" id="{87CC1B76-64B5-46CE-B971-F0C11A9EA7E0}"/>
              </a:ext>
            </a:extLst>
          </p:cNvPr>
          <p:cNvSpPr>
            <a:spLocks xmlns:a="http://schemas.openxmlformats.org/drawingml/2006/main" noGrp="1"/>
          </p:cNvSpPr>
          <p:nvPr/>
        </p:nvSpPr>
        <p:spPr>
          <a:xfrm xmlns:a="http://schemas.openxmlformats.org/drawingml/2006/main">
            <a:off x="457200" y="4657725"/>
            <a:ext cx="4857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3930"/>
                </a:solidFill>
                <a:latin typeface="Arial"/>
                <a:ea typeface="Arial"/>
                <a:cs typeface="Arial"/>
              </a:defRPr>
            </a:defPPr>
            <a:lvl1pPr algn="l">
              <a:defRPr sz="1875" b="0">
                <a:solidFill>
                  <a:srgbClr val="293930"/>
                </a:solidFill>
                <a:latin typeface="Arial"/>
                <a:ea typeface="Arial"/>
                <a:cs typeface="Arial"/>
              </a:defRPr>
            </a:lvl1pPr>
            <a:lvl2pPr algn="l">
              <a:defRPr sz="1875" b="0">
                <a:solidFill>
                  <a:srgbClr val="293930"/>
                </a:solidFill>
                <a:latin typeface="Arial"/>
                <a:ea typeface="Arial"/>
                <a:cs typeface="Arial"/>
              </a:defRPr>
            </a:lvl2pPr>
            <a:lvl3pPr algn="l">
              <a:defRPr sz="1875" b="0">
                <a:solidFill>
                  <a:srgbClr val="293930"/>
                </a:solidFill>
                <a:latin typeface="Arial"/>
                <a:ea typeface="Arial"/>
                <a:cs typeface="Arial"/>
              </a:defRPr>
            </a:lvl3pPr>
            <a:lvl4pPr algn="l">
              <a:defRPr sz="1875" b="0">
                <a:solidFill>
                  <a:srgbClr val="293930"/>
                </a:solidFill>
                <a:latin typeface="Arial"/>
                <a:ea typeface="Arial"/>
                <a:cs typeface="Arial"/>
              </a:defRPr>
            </a:lvl4pPr>
            <a:lvl5pPr algn="l">
              <a:defRPr sz="1875" b="0">
                <a:solidFill>
                  <a:srgbClr val="293930"/>
                </a:solidFill>
                <a:latin typeface="Arial"/>
                <a:ea typeface="Arial"/>
                <a:cs typeface="Arial"/>
              </a:defRPr>
            </a:lvl5pPr>
            <a:lvl6pPr algn="l">
              <a:defRPr sz="1875" b="0">
                <a:solidFill>
                  <a:srgbClr val="293930"/>
                </a:solidFill>
                <a:latin typeface="Arial"/>
                <a:ea typeface="Arial"/>
                <a:cs typeface="Arial"/>
              </a:defRPr>
            </a:lvl6pPr>
            <a:lvl7pPr algn="l">
              <a:defRPr sz="1875" b="0">
                <a:solidFill>
                  <a:srgbClr val="293930"/>
                </a:solidFill>
                <a:latin typeface="Arial"/>
                <a:ea typeface="Arial"/>
                <a:cs typeface="Arial"/>
              </a:defRPr>
            </a:lvl7pPr>
            <a:lvl8pPr algn="l">
              <a:defRPr sz="1875" b="0">
                <a:solidFill>
                  <a:srgbClr val="293930"/>
                </a:solidFill>
                <a:latin typeface="Arial"/>
                <a:ea typeface="Arial"/>
                <a:cs typeface="Arial"/>
              </a:defRPr>
            </a:lvl8pPr>
            <a:lvl9pPr algn="l">
              <a:defRPr sz="1875" b="0">
                <a:solidFill>
                  <a:srgbClr val="293930"/>
                </a:solidFill>
                <a:latin typeface="Arial"/>
                <a:ea typeface="Arial"/>
                <a:cs typeface="Arial"/>
              </a:defRPr>
            </a:lvl9pPr>
          </a:lstStyle>
          <a:p xmlns:a="http://schemas.openxmlformats.org/drawingml/2006/main">
            <a:pPr algn="l">
              <a:defRPr sz="1875" b="0">
                <a:solidFill>
                  <a:srgbClr val="293930"/>
                </a:solidFill>
                <a:latin typeface="Arial"/>
                <a:ea typeface="Arial"/>
                <a:cs typeface="Arial"/>
              </a:defRPr>
            </a:pPr>
            <a:r>
              <a:rPr sz="1875" b="0">
                <a:solidFill>
                  <a:srgbClr val="293930"/>
                </a:solidFill>
                <a:latin typeface="Arial"/>
                <a:ea typeface="Arial"/>
                <a:cs typeface="Arial"/>
              </a:rPr>
              <a:t>A visitor can keep the light, weather, and framing that caught their eye.</a:t>
            </a:r>
          </a:p>
        </p:txBody>
      </p:sp>
      <p:pic>
        <p:nvPicPr>
          <p:cNvPr id="11" name="">
            <a:extLst xmlns:a="http://schemas.openxmlformats.org/drawingml/2006/main">
              <a:ext uri="{FF2B5EF4-FFF2-40B4-BE49-F238E27FC236}">
                <a16:creationId xmlns:a16="http://schemas.microsoft.com/office/drawing/2014/main" id="{7BBD44CD-1691-4BA6-8EC5-DC043A3372EA}"/>
              </a:ext>
            </a:extLst>
          </p:cNvPr>
          <p:cNvPicPr>
            <a:picLocks xmlns:a="http://schemas.openxmlformats.org/drawingml/2006/main" noChangeAspect="1"/>
          </p:cNvPicPr>
          <p:nvPr/>
        </p:nvPicPr>
        <p:blipFill>
          <a:blip xmlns:r="http://schemas.openxmlformats.org/officeDocument/2006/relationships" xmlns:a="http://schemas.openxmlformats.org/drawingml/2006/main" r:embed="R6885156cb97b478e"/>
          <a:srcRect xmlns:a="http://schemas.openxmlformats.org/drawingml/2006/main" l="0" t="8" r="0" b="8"/>
          <a:stretch xmlns:a="http://schemas.openxmlformats.org/drawingml/2006/main">
            <a:fillRect l="0" t="0" r="0" b="0"/>
          </a:stretch>
        </p:blipFill>
        <p:spPr>
          <a:xfrm xmlns:a="http://schemas.openxmlformats.org/drawingml/2006/main">
            <a:off x="5981700" y="1628775"/>
            <a:ext cx="5753100" cy="3238500"/>
          </a:xfrm>
          <a:prstGeom xmlns:a="http://schemas.openxmlformats.org/drawingml/2006/main" prst="rect">
            <a:avLst/>
          </a:prstGeom>
        </p:spPr>
      </p:pic>
      <p:sp>
        <p:nvSpPr>
          <p:cNvPr id="12" name="text-28">
            <a:extLst xmlns:a="http://schemas.openxmlformats.org/drawingml/2006/main">
              <a:ext uri="{FF2B5EF4-FFF2-40B4-BE49-F238E27FC236}">
                <a16:creationId xmlns:a16="http://schemas.microsoft.com/office/drawing/2014/main" id="{4D0C7710-3009-4938-B382-F4B2051E0F4B}"/>
              </a:ext>
            </a:extLst>
          </p:cNvPr>
          <p:cNvSpPr>
            <a:spLocks xmlns:a="http://schemas.openxmlformats.org/drawingml/2006/main" noGrp="1"/>
          </p:cNvSpPr>
          <p:nvPr/>
        </p:nvSpPr>
        <p:spPr>
          <a:xfrm xmlns:a="http://schemas.openxmlformats.org/drawingml/2006/main">
            <a:off x="5981700" y="5133975"/>
            <a:ext cx="575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93930"/>
                </a:solidFill>
                <a:latin typeface="Georgia"/>
                <a:ea typeface="Georgia"/>
                <a:cs typeface="Georgia"/>
              </a:defRPr>
            </a:defPPr>
            <a:lvl1pPr algn="l">
              <a:defRPr sz="1950" b="0">
                <a:solidFill>
                  <a:srgbClr val="293930"/>
                </a:solidFill>
                <a:latin typeface="Georgia"/>
                <a:ea typeface="Georgia"/>
                <a:cs typeface="Georgia"/>
              </a:defRPr>
            </a:lvl1pPr>
            <a:lvl2pPr algn="l">
              <a:defRPr sz="1950" b="0">
                <a:solidFill>
                  <a:srgbClr val="293930"/>
                </a:solidFill>
                <a:latin typeface="Georgia"/>
                <a:ea typeface="Georgia"/>
                <a:cs typeface="Georgia"/>
              </a:defRPr>
            </a:lvl2pPr>
            <a:lvl3pPr algn="l">
              <a:defRPr sz="1950" b="0">
                <a:solidFill>
                  <a:srgbClr val="293930"/>
                </a:solidFill>
                <a:latin typeface="Georgia"/>
                <a:ea typeface="Georgia"/>
                <a:cs typeface="Georgia"/>
              </a:defRPr>
            </a:lvl3pPr>
            <a:lvl4pPr algn="l">
              <a:defRPr sz="1950" b="0">
                <a:solidFill>
                  <a:srgbClr val="293930"/>
                </a:solidFill>
                <a:latin typeface="Georgia"/>
                <a:ea typeface="Georgia"/>
                <a:cs typeface="Georgia"/>
              </a:defRPr>
            </a:lvl4pPr>
            <a:lvl5pPr algn="l">
              <a:defRPr sz="1950" b="0">
                <a:solidFill>
                  <a:srgbClr val="293930"/>
                </a:solidFill>
                <a:latin typeface="Georgia"/>
                <a:ea typeface="Georgia"/>
                <a:cs typeface="Georgia"/>
              </a:defRPr>
            </a:lvl5pPr>
            <a:lvl6pPr algn="l">
              <a:defRPr sz="1950" b="0">
                <a:solidFill>
                  <a:srgbClr val="293930"/>
                </a:solidFill>
                <a:latin typeface="Georgia"/>
                <a:ea typeface="Georgia"/>
                <a:cs typeface="Georgia"/>
              </a:defRPr>
            </a:lvl6pPr>
            <a:lvl7pPr algn="l">
              <a:defRPr sz="1950" b="0">
                <a:solidFill>
                  <a:srgbClr val="293930"/>
                </a:solidFill>
                <a:latin typeface="Georgia"/>
                <a:ea typeface="Georgia"/>
                <a:cs typeface="Georgia"/>
              </a:defRPr>
            </a:lvl7pPr>
            <a:lvl8pPr algn="l">
              <a:defRPr sz="1950" b="0">
                <a:solidFill>
                  <a:srgbClr val="293930"/>
                </a:solidFill>
                <a:latin typeface="Georgia"/>
                <a:ea typeface="Georgia"/>
                <a:cs typeface="Georgia"/>
              </a:defRPr>
            </a:lvl8pPr>
            <a:lvl9pPr algn="l">
              <a:defRPr sz="1950" b="0">
                <a:solidFill>
                  <a:srgbClr val="293930"/>
                </a:solidFill>
                <a:latin typeface="Georgia"/>
                <a:ea typeface="Georgia"/>
                <a:cs typeface="Georgia"/>
              </a:defRPr>
            </a:lvl9pPr>
          </a:lstStyle>
          <a:p xmlns:a="http://schemas.openxmlformats.org/drawingml/2006/main">
            <a:pPr algn="l">
              <a:defRPr sz="1950" b="0">
                <a:solidFill>
                  <a:srgbClr val="293930"/>
                </a:solidFill>
                <a:latin typeface="Georgia"/>
                <a:ea typeface="Georgia"/>
                <a:cs typeface="Georgia"/>
              </a:defRPr>
            </a:pPr>
            <a:r>
              <a:rPr sz="1950" b="0">
                <a:solidFill>
                  <a:srgbClr val="293930"/>
                </a:solidFill>
                <a:latin typeface="Georgia"/>
                <a:ea typeface="Georgia"/>
                <a:cs typeface="Georgia"/>
              </a:rPr>
              <a:t>“I want to remember this evening.”</a:t>
            </a:r>
          </a:p>
        </p:txBody>
      </p:sp>
      <p:sp>
        <p:nvSpPr>
          <p:cNvPr id="13" name="text-30">
            <a:extLst xmlns:a="http://schemas.openxmlformats.org/drawingml/2006/main">
              <a:ext uri="{FF2B5EF4-FFF2-40B4-BE49-F238E27FC236}">
                <a16:creationId xmlns:a16="http://schemas.microsoft.com/office/drawing/2014/main" id="{C4F1BE79-1459-4CE8-8B81-3E3150E3EFFC}"/>
              </a:ext>
            </a:extLst>
          </p:cNvPr>
          <p:cNvSpPr>
            <a:spLocks xmlns:a="http://schemas.openxmlformats.org/drawingml/2006/main" noGrp="1"/>
          </p:cNvSpPr>
          <p:nvPr/>
        </p:nvSpPr>
        <p:spPr>
          <a:xfrm xmlns:a="http://schemas.openxmlformats.org/drawingml/2006/main">
            <a:off x="5981700" y="5734050"/>
            <a:ext cx="575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Notice     Capture     Add a note     Download</a:t>
            </a:r>
          </a:p>
        </p:txBody>
      </p:sp>
    </p:spTree>
    <p:extLst>
      <p:ext uri="{BB962C8B-B14F-4D97-AF65-F5344CB8AC3E}">
        <p14:creationId xmlns:p14="http://schemas.microsoft.com/office/powerpoint/2010/main" val="1699320543"/>
      </p:ext>
    </p:extLst>
  </p:cSld>
</p:sld>
</file>

<file path=ppt/slides/slide3.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33" name="text-32">
            <a:extLst xmlns:a="http://schemas.openxmlformats.org/drawingml/2006/main">
              <a:ext uri="{FF2B5EF4-FFF2-40B4-BE49-F238E27FC236}">
                <a16:creationId xmlns:a16="http://schemas.microsoft.com/office/drawing/2014/main" id="{8C0681D1-7EF2-4E8D-89D6-113B560ABD40}"/>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01  A visitor notices the light</a:t>
            </a:r>
          </a:p>
        </p:txBody>
      </p:sp>
      <p:sp>
        <p:nvSpPr>
          <p:cNvPr id="2" name="text-34">
            <a:extLst xmlns:a="http://schemas.openxmlformats.org/drawingml/2006/main">
              <a:ext uri="{FF2B5EF4-FFF2-40B4-BE49-F238E27FC236}">
                <a16:creationId xmlns:a16="http://schemas.microsoft.com/office/drawing/2014/main" id="{2A0A845F-80F4-4CB8-A2AA-A3E26A2ED3C0}"/>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action appears with the existing view controls</a:t>
            </a:r>
          </a:p>
        </p:txBody>
      </p:sp>
      <p:sp>
        <p:nvSpPr>
          <p:cNvPr id="3" name="shape-35">
            <a:extLst xmlns:a="http://schemas.openxmlformats.org/drawingml/2006/main">
              <a:ext uri="{FF2B5EF4-FFF2-40B4-BE49-F238E27FC236}">
                <a16:creationId xmlns:a16="http://schemas.microsoft.com/office/drawing/2014/main" id="{9F812033-59E9-4FC7-8CA6-CCE4F9582478}"/>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37">
            <a:extLst xmlns:a="http://schemas.openxmlformats.org/drawingml/2006/main">
              <a:ext uri="{FF2B5EF4-FFF2-40B4-BE49-F238E27FC236}">
                <a16:creationId xmlns:a16="http://schemas.microsoft.com/office/drawing/2014/main" id="{F6F275A2-1C61-4737-91F8-A7C4C65AA197}"/>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39">
            <a:extLst xmlns:a="http://schemas.openxmlformats.org/drawingml/2006/main">
              <a:ext uri="{FF2B5EF4-FFF2-40B4-BE49-F238E27FC236}">
                <a16:creationId xmlns:a16="http://schemas.microsoft.com/office/drawing/2014/main" id="{812B0946-1457-4836-BD95-F4FF309FA999}"/>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03</a:t>
            </a:r>
          </a:p>
        </p:txBody>
      </p:sp>
      <p:pic>
        <p:nvPicPr>
          <p:cNvPr id="6" name="">
            <a:extLst xmlns:a="http://schemas.openxmlformats.org/drawingml/2006/main">
              <a:ext uri="{FF2B5EF4-FFF2-40B4-BE49-F238E27FC236}">
                <a16:creationId xmlns:a16="http://schemas.microsoft.com/office/drawing/2014/main" id="{8B7A8F57-FC20-4EA3-9729-D4E0F83CA948}"/>
              </a:ext>
            </a:extLst>
          </p:cNvPr>
          <p:cNvPicPr>
            <a:picLocks xmlns:a="http://schemas.openxmlformats.org/drawingml/2006/main" noChangeAspect="1"/>
          </p:cNvPicPr>
          <p:nvPr/>
        </p:nvPicPr>
        <p:blipFill>
          <a:blip xmlns:r="http://schemas.openxmlformats.org/officeDocument/2006/relationships" xmlns:a="http://schemas.openxmlformats.org/drawingml/2006/main" r:embed="R6df84d3ae450425e"/>
          <a:srcRect xmlns:a="http://schemas.openxmlformats.org/drawingml/2006/main" l="0" t="57" r="0" b="57"/>
          <a:stretch xmlns:a="http://schemas.openxmlformats.org/drawingml/2006/main">
            <a:fillRect l="0" t="0" r="0" b="0"/>
          </a:stretch>
        </p:blipFill>
        <p:spPr>
          <a:xfrm xmlns:a="http://schemas.openxmlformats.org/drawingml/2006/main">
            <a:off x="457200" y="1562100"/>
            <a:ext cx="8096250" cy="4552950"/>
          </a:xfrm>
          <a:prstGeom xmlns:a="http://schemas.openxmlformats.org/drawingml/2006/main" prst="rect">
            <a:avLst/>
          </a:prstGeom>
        </p:spPr>
      </p:pic>
      <p:sp>
        <p:nvSpPr>
          <p:cNvPr id="7" name="shape-40">
            <a:extLst xmlns:a="http://schemas.openxmlformats.org/drawingml/2006/main">
              <a:ext uri="{FF2B5EF4-FFF2-40B4-BE49-F238E27FC236}">
                <a16:creationId xmlns:a16="http://schemas.microsoft.com/office/drawing/2014/main" id="{A6746C54-2E3D-4671-BAA0-0FF89F2B7E5C}"/>
              </a:ext>
            </a:extLst>
          </p:cNvPr>
          <p:cNvSpPr>
            <a:spLocks xmlns:a="http://schemas.openxmlformats.org/drawingml/2006/main" noGrp="1"/>
          </p:cNvSpPr>
          <p:nvPr/>
        </p:nvSpPr>
        <p:spPr>
          <a:xfrm xmlns:a="http://schemas.openxmlformats.org/drawingml/2006/main">
            <a:off x="457200" y="1562100"/>
            <a:ext cx="8096250" cy="1000125"/>
          </a:xfrm>
          <a:prstGeom xmlns:a="http://schemas.openxmlformats.org/drawingml/2006/main" prst="rect">
            <a:avLst/>
          </a:prstGeom>
          <a:gradFill xmlns:a="http://schemas.openxmlformats.org/drawingml/2006/main">
            <a:gsLst>
              <a:gs pos="0">
                <a:srgbClr val="14221A">
                  <a:alpha val="54000"/>
                </a:srgbClr>
              </a:gs>
              <a:gs pos="100000">
                <a:srgbClr val="14221A">
                  <a:alpha val="0"/>
                </a:srgbClr>
              </a:gs>
            </a:gsLst>
            <a:lin ang="5400000"/>
          </a:gradFill>
          <a:ln xmlns:a="http://schemas.openxmlformats.org/drawingml/2006/main" w="0">
            <a:noFill/>
            <a:prstDash val="solid"/>
          </a:ln>
        </p:spPr>
      </p:sp>
      <p:sp>
        <p:nvSpPr>
          <p:cNvPr id="8" name="shape-41">
            <a:extLst xmlns:a="http://schemas.openxmlformats.org/drawingml/2006/main">
              <a:ext uri="{FF2B5EF4-FFF2-40B4-BE49-F238E27FC236}">
                <a16:creationId xmlns:a16="http://schemas.microsoft.com/office/drawing/2014/main" id="{66E0577E-91A1-4DEC-81F8-3622E32D6B1D}"/>
              </a:ext>
            </a:extLst>
          </p:cNvPr>
          <p:cNvSpPr>
            <a:spLocks xmlns:a="http://schemas.openxmlformats.org/drawingml/2006/main" noGrp="1"/>
          </p:cNvSpPr>
          <p:nvPr/>
        </p:nvSpPr>
        <p:spPr>
          <a:xfrm xmlns:a="http://schemas.openxmlformats.org/drawingml/2006/main">
            <a:off x="457200" y="4705350"/>
            <a:ext cx="8096250" cy="1409700"/>
          </a:xfrm>
          <a:prstGeom xmlns:a="http://schemas.openxmlformats.org/drawingml/2006/main" prst="rect">
            <a:avLst/>
          </a:prstGeom>
          <a:gradFill xmlns:a="http://schemas.openxmlformats.org/drawingml/2006/main">
            <a:gsLst>
              <a:gs pos="0">
                <a:srgbClr val="14221A">
                  <a:alpha val="0"/>
                </a:srgbClr>
              </a:gs>
              <a:gs pos="100000">
                <a:srgbClr val="14221A">
                  <a:alpha val="78000"/>
                </a:srgbClr>
              </a:gs>
            </a:gsLst>
            <a:lin ang="5400000"/>
          </a:gradFill>
          <a:ln xmlns:a="http://schemas.openxmlformats.org/drawingml/2006/main" w="0">
            <a:noFill/>
            <a:prstDash val="solid"/>
          </a:ln>
        </p:spPr>
      </p:sp>
      <p:sp>
        <p:nvSpPr>
          <p:cNvPr id="9" name="text-43">
            <a:extLst xmlns:a="http://schemas.openxmlformats.org/drawingml/2006/main">
              <a:ext uri="{FF2B5EF4-FFF2-40B4-BE49-F238E27FC236}">
                <a16:creationId xmlns:a16="http://schemas.microsoft.com/office/drawing/2014/main" id="{E16C11FC-E428-4DCD-8078-8EB9232C542B}"/>
              </a:ext>
            </a:extLst>
          </p:cNvPr>
          <p:cNvSpPr>
            <a:spLocks xmlns:a="http://schemas.openxmlformats.org/drawingml/2006/main" noGrp="1"/>
          </p:cNvSpPr>
          <p:nvPr/>
        </p:nvSpPr>
        <p:spPr>
          <a:xfrm xmlns:a="http://schemas.openxmlformats.org/drawingml/2006/main">
            <a:off x="685800" y="1733550"/>
            <a:ext cx="1666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3F0E6"/>
                </a:solidFill>
                <a:latin typeface="Georgia"/>
                <a:ea typeface="Georgia"/>
                <a:cs typeface="Georgia"/>
              </a:defRPr>
            </a:defPPr>
            <a:lvl1pPr algn="l">
              <a:defRPr sz="2025" b="0">
                <a:solidFill>
                  <a:srgbClr val="F3F0E6"/>
                </a:solidFill>
                <a:latin typeface="Georgia"/>
                <a:ea typeface="Georgia"/>
                <a:cs typeface="Georgia"/>
              </a:defRPr>
            </a:lvl1pPr>
            <a:lvl2pPr algn="l">
              <a:defRPr sz="2025" b="0">
                <a:solidFill>
                  <a:srgbClr val="F3F0E6"/>
                </a:solidFill>
                <a:latin typeface="Georgia"/>
                <a:ea typeface="Georgia"/>
                <a:cs typeface="Georgia"/>
              </a:defRPr>
            </a:lvl2pPr>
            <a:lvl3pPr algn="l">
              <a:defRPr sz="2025" b="0">
                <a:solidFill>
                  <a:srgbClr val="F3F0E6"/>
                </a:solidFill>
                <a:latin typeface="Georgia"/>
                <a:ea typeface="Georgia"/>
                <a:cs typeface="Georgia"/>
              </a:defRPr>
            </a:lvl3pPr>
            <a:lvl4pPr algn="l">
              <a:defRPr sz="2025" b="0">
                <a:solidFill>
                  <a:srgbClr val="F3F0E6"/>
                </a:solidFill>
                <a:latin typeface="Georgia"/>
                <a:ea typeface="Georgia"/>
                <a:cs typeface="Georgia"/>
              </a:defRPr>
            </a:lvl4pPr>
            <a:lvl5pPr algn="l">
              <a:defRPr sz="2025" b="0">
                <a:solidFill>
                  <a:srgbClr val="F3F0E6"/>
                </a:solidFill>
                <a:latin typeface="Georgia"/>
                <a:ea typeface="Georgia"/>
                <a:cs typeface="Georgia"/>
              </a:defRPr>
            </a:lvl5pPr>
            <a:lvl6pPr algn="l">
              <a:defRPr sz="2025" b="0">
                <a:solidFill>
                  <a:srgbClr val="F3F0E6"/>
                </a:solidFill>
                <a:latin typeface="Georgia"/>
                <a:ea typeface="Georgia"/>
                <a:cs typeface="Georgia"/>
              </a:defRPr>
            </a:lvl6pPr>
            <a:lvl7pPr algn="l">
              <a:defRPr sz="2025" b="0">
                <a:solidFill>
                  <a:srgbClr val="F3F0E6"/>
                </a:solidFill>
                <a:latin typeface="Georgia"/>
                <a:ea typeface="Georgia"/>
                <a:cs typeface="Georgia"/>
              </a:defRPr>
            </a:lvl7pPr>
            <a:lvl8pPr algn="l">
              <a:defRPr sz="2025" b="0">
                <a:solidFill>
                  <a:srgbClr val="F3F0E6"/>
                </a:solidFill>
                <a:latin typeface="Georgia"/>
                <a:ea typeface="Georgia"/>
                <a:cs typeface="Georgia"/>
              </a:defRPr>
            </a:lvl8pPr>
            <a:lvl9pPr algn="l">
              <a:defRPr sz="2025" b="0">
                <a:solidFill>
                  <a:srgbClr val="F3F0E6"/>
                </a:solidFill>
                <a:latin typeface="Georgia"/>
                <a:ea typeface="Georgia"/>
                <a:cs typeface="Georgia"/>
              </a:defRPr>
            </a:lvl9pPr>
          </a:lstStyle>
          <a:p xmlns:a="http://schemas.openxmlformats.org/drawingml/2006/main">
            <a:pPr algn="l">
              <a:defRPr sz="2025" b="0">
                <a:solidFill>
                  <a:srgbClr val="F3F0E6"/>
                </a:solidFill>
                <a:latin typeface="Georgia"/>
                <a:ea typeface="Georgia"/>
                <a:cs typeface="Georgia"/>
              </a:defRPr>
            </a:pPr>
            <a:r>
              <a:rPr sz="2025" b="0">
                <a:solidFill>
                  <a:srgbClr val="F3F0E6"/>
                </a:solidFill>
                <a:latin typeface="Georgia"/>
                <a:ea typeface="Georgia"/>
                <a:cs typeface="Georgia"/>
              </a:rPr>
              <a:t>a view.</a:t>
            </a:r>
          </a:p>
        </p:txBody>
      </p:sp>
      <p:sp>
        <p:nvSpPr>
          <p:cNvPr id="10" name="text-45">
            <a:extLst xmlns:a="http://schemas.openxmlformats.org/drawingml/2006/main">
              <a:ext uri="{FF2B5EF4-FFF2-40B4-BE49-F238E27FC236}">
                <a16:creationId xmlns:a16="http://schemas.microsoft.com/office/drawing/2014/main" id="{BF1984C5-85C8-4A26-A98C-D42386DE1C65}"/>
              </a:ext>
            </a:extLst>
          </p:cNvPr>
          <p:cNvSpPr>
            <a:spLocks xmlns:a="http://schemas.openxmlformats.org/drawingml/2006/main" noGrp="1"/>
          </p:cNvSpPr>
          <p:nvPr/>
        </p:nvSpPr>
        <p:spPr>
          <a:xfrm xmlns:a="http://schemas.openxmlformats.org/drawingml/2006/main">
            <a:off x="685800" y="218122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3F0E6"/>
                </a:solidFill>
                <a:latin typeface="Arial"/>
                <a:ea typeface="Arial"/>
                <a:cs typeface="Arial"/>
              </a:defRPr>
            </a:defPPr>
            <a:lvl1pPr algn="l">
              <a:defRPr sz="750" b="0">
                <a:solidFill>
                  <a:srgbClr val="F3F0E6"/>
                </a:solidFill>
                <a:latin typeface="Arial"/>
                <a:ea typeface="Arial"/>
                <a:cs typeface="Arial"/>
              </a:defRPr>
            </a:lvl1pPr>
            <a:lvl2pPr algn="l">
              <a:defRPr sz="750" b="0">
                <a:solidFill>
                  <a:srgbClr val="F3F0E6"/>
                </a:solidFill>
                <a:latin typeface="Arial"/>
                <a:ea typeface="Arial"/>
                <a:cs typeface="Arial"/>
              </a:defRPr>
            </a:lvl2pPr>
            <a:lvl3pPr algn="l">
              <a:defRPr sz="750" b="0">
                <a:solidFill>
                  <a:srgbClr val="F3F0E6"/>
                </a:solidFill>
                <a:latin typeface="Arial"/>
                <a:ea typeface="Arial"/>
                <a:cs typeface="Arial"/>
              </a:defRPr>
            </a:lvl3pPr>
            <a:lvl4pPr algn="l">
              <a:defRPr sz="750" b="0">
                <a:solidFill>
                  <a:srgbClr val="F3F0E6"/>
                </a:solidFill>
                <a:latin typeface="Arial"/>
                <a:ea typeface="Arial"/>
                <a:cs typeface="Arial"/>
              </a:defRPr>
            </a:lvl4pPr>
            <a:lvl5pPr algn="l">
              <a:defRPr sz="750" b="0">
                <a:solidFill>
                  <a:srgbClr val="F3F0E6"/>
                </a:solidFill>
                <a:latin typeface="Arial"/>
                <a:ea typeface="Arial"/>
                <a:cs typeface="Arial"/>
              </a:defRPr>
            </a:lvl5pPr>
            <a:lvl6pPr algn="l">
              <a:defRPr sz="750" b="0">
                <a:solidFill>
                  <a:srgbClr val="F3F0E6"/>
                </a:solidFill>
                <a:latin typeface="Arial"/>
                <a:ea typeface="Arial"/>
                <a:cs typeface="Arial"/>
              </a:defRPr>
            </a:lvl6pPr>
            <a:lvl7pPr algn="l">
              <a:defRPr sz="750" b="0">
                <a:solidFill>
                  <a:srgbClr val="F3F0E6"/>
                </a:solidFill>
                <a:latin typeface="Arial"/>
                <a:ea typeface="Arial"/>
                <a:cs typeface="Arial"/>
              </a:defRPr>
            </a:lvl7pPr>
            <a:lvl8pPr algn="l">
              <a:defRPr sz="750" b="0">
                <a:solidFill>
                  <a:srgbClr val="F3F0E6"/>
                </a:solidFill>
                <a:latin typeface="Arial"/>
                <a:ea typeface="Arial"/>
                <a:cs typeface="Arial"/>
              </a:defRPr>
            </a:lvl8pPr>
            <a:lvl9pPr algn="l">
              <a:defRPr sz="750" b="0">
                <a:solidFill>
                  <a:srgbClr val="F3F0E6"/>
                </a:solidFill>
                <a:latin typeface="Arial"/>
                <a:ea typeface="Arial"/>
                <a:cs typeface="Arial"/>
              </a:defRPr>
            </a:lvl9pPr>
          </a:lstStyle>
          <a:p xmlns:a="http://schemas.openxmlformats.org/drawingml/2006/main">
            <a:pPr algn="l">
              <a:defRPr sz="750" b="0">
                <a:solidFill>
                  <a:srgbClr val="F3F0E6"/>
                </a:solidFill>
                <a:latin typeface="Arial"/>
                <a:ea typeface="Arial"/>
                <a:cs typeface="Arial"/>
              </a:defRPr>
            </a:pPr>
            <a:r>
              <a:rPr sz="750" b="0">
                <a:solidFill>
                  <a:srgbClr val="F3F0E6"/>
                </a:solidFill>
                <a:latin typeface="Arial"/>
                <a:ea typeface="Arial"/>
                <a:cs typeface="Arial"/>
              </a:rPr>
              <a:t>A SHARED, LIVING WORLD</a:t>
            </a:r>
          </a:p>
        </p:txBody>
      </p:sp>
      <p:sp>
        <p:nvSpPr>
          <p:cNvPr id="11" name="text-47">
            <a:extLst xmlns:a="http://schemas.openxmlformats.org/drawingml/2006/main">
              <a:ext uri="{FF2B5EF4-FFF2-40B4-BE49-F238E27FC236}">
                <a16:creationId xmlns:a16="http://schemas.microsoft.com/office/drawing/2014/main" id="{399BB135-8F7A-41BC-9A8E-29DFAF9D282D}"/>
              </a:ext>
            </a:extLst>
          </p:cNvPr>
          <p:cNvSpPr>
            <a:spLocks xmlns:a="http://schemas.openxmlformats.org/drawingml/2006/main" noGrp="1"/>
          </p:cNvSpPr>
          <p:nvPr/>
        </p:nvSpPr>
        <p:spPr>
          <a:xfrm xmlns:a="http://schemas.openxmlformats.org/drawingml/2006/main">
            <a:off x="7181850" y="17907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F3F0E6"/>
                </a:solidFill>
                <a:latin typeface="Arial"/>
                <a:ea typeface="Arial"/>
                <a:cs typeface="Arial"/>
              </a:defRPr>
            </a:defPPr>
            <a:lvl1pPr algn="l">
              <a:defRPr sz="975" b="0">
                <a:solidFill>
                  <a:srgbClr val="F3F0E6"/>
                </a:solidFill>
                <a:latin typeface="Arial"/>
                <a:ea typeface="Arial"/>
                <a:cs typeface="Arial"/>
              </a:defRPr>
            </a:lvl1pPr>
            <a:lvl2pPr algn="l">
              <a:defRPr sz="975" b="0">
                <a:solidFill>
                  <a:srgbClr val="F3F0E6"/>
                </a:solidFill>
                <a:latin typeface="Arial"/>
                <a:ea typeface="Arial"/>
                <a:cs typeface="Arial"/>
              </a:defRPr>
            </a:lvl2pPr>
            <a:lvl3pPr algn="l">
              <a:defRPr sz="975" b="0">
                <a:solidFill>
                  <a:srgbClr val="F3F0E6"/>
                </a:solidFill>
                <a:latin typeface="Arial"/>
                <a:ea typeface="Arial"/>
                <a:cs typeface="Arial"/>
              </a:defRPr>
            </a:lvl3pPr>
            <a:lvl4pPr algn="l">
              <a:defRPr sz="975" b="0">
                <a:solidFill>
                  <a:srgbClr val="F3F0E6"/>
                </a:solidFill>
                <a:latin typeface="Arial"/>
                <a:ea typeface="Arial"/>
                <a:cs typeface="Arial"/>
              </a:defRPr>
            </a:lvl4pPr>
            <a:lvl5pPr algn="l">
              <a:defRPr sz="975" b="0">
                <a:solidFill>
                  <a:srgbClr val="F3F0E6"/>
                </a:solidFill>
                <a:latin typeface="Arial"/>
                <a:ea typeface="Arial"/>
                <a:cs typeface="Arial"/>
              </a:defRPr>
            </a:lvl5pPr>
            <a:lvl6pPr algn="l">
              <a:defRPr sz="975" b="0">
                <a:solidFill>
                  <a:srgbClr val="F3F0E6"/>
                </a:solidFill>
                <a:latin typeface="Arial"/>
                <a:ea typeface="Arial"/>
                <a:cs typeface="Arial"/>
              </a:defRPr>
            </a:lvl6pPr>
            <a:lvl7pPr algn="l">
              <a:defRPr sz="975" b="0">
                <a:solidFill>
                  <a:srgbClr val="F3F0E6"/>
                </a:solidFill>
                <a:latin typeface="Arial"/>
                <a:ea typeface="Arial"/>
                <a:cs typeface="Arial"/>
              </a:defRPr>
            </a:lvl7pPr>
            <a:lvl8pPr algn="l">
              <a:defRPr sz="975" b="0">
                <a:solidFill>
                  <a:srgbClr val="F3F0E6"/>
                </a:solidFill>
                <a:latin typeface="Arial"/>
                <a:ea typeface="Arial"/>
                <a:cs typeface="Arial"/>
              </a:defRPr>
            </a:lvl8pPr>
            <a:lvl9pPr algn="l">
              <a:defRPr sz="975" b="0">
                <a:solidFill>
                  <a:srgbClr val="F3F0E6"/>
                </a:solidFill>
                <a:latin typeface="Arial"/>
                <a:ea typeface="Arial"/>
                <a:cs typeface="Arial"/>
              </a:defRPr>
            </a:lvl9pPr>
          </a:lstStyle>
          <a:p xmlns:a="http://schemas.openxmlformats.org/drawingml/2006/main">
            <a:pPr algn="l">
              <a:defRPr sz="975" b="0">
                <a:solidFill>
                  <a:srgbClr val="F3F0E6"/>
                </a:solidFill>
                <a:latin typeface="Arial"/>
                <a:ea typeface="Arial"/>
                <a:cs typeface="Arial"/>
              </a:defRPr>
            </a:pPr>
            <a:r>
              <a:rPr sz="975" b="0">
                <a:solidFill>
                  <a:srgbClr val="F3F0E6"/>
                </a:solidFill>
                <a:latin typeface="Arial"/>
                <a:ea typeface="Arial"/>
                <a:cs typeface="Arial"/>
              </a:rPr>
              <a:t>Other places</a:t>
            </a:r>
          </a:p>
        </p:txBody>
      </p:sp>
      <p:sp>
        <p:nvSpPr>
          <p:cNvPr id="12" name="text-49">
            <a:extLst xmlns:a="http://schemas.openxmlformats.org/drawingml/2006/main">
              <a:ext uri="{FF2B5EF4-FFF2-40B4-BE49-F238E27FC236}">
                <a16:creationId xmlns:a16="http://schemas.microsoft.com/office/drawing/2014/main" id="{B23DE8E4-4450-4DA3-9F83-1C27ACE2F039}"/>
              </a:ext>
            </a:extLst>
          </p:cNvPr>
          <p:cNvSpPr>
            <a:spLocks xmlns:a="http://schemas.openxmlformats.org/drawingml/2006/main" noGrp="1"/>
          </p:cNvSpPr>
          <p:nvPr/>
        </p:nvSpPr>
        <p:spPr>
          <a:xfrm xmlns:a="http://schemas.openxmlformats.org/drawingml/2006/main">
            <a:off x="685800" y="50673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3F0E6"/>
                </a:solidFill>
                <a:latin typeface="Arial"/>
                <a:ea typeface="Arial"/>
                <a:cs typeface="Arial"/>
              </a:defRPr>
            </a:defPPr>
            <a:lvl1pPr algn="l">
              <a:defRPr sz="750" b="0">
                <a:solidFill>
                  <a:srgbClr val="F3F0E6"/>
                </a:solidFill>
                <a:latin typeface="Arial"/>
                <a:ea typeface="Arial"/>
                <a:cs typeface="Arial"/>
              </a:defRPr>
            </a:lvl1pPr>
            <a:lvl2pPr algn="l">
              <a:defRPr sz="750" b="0">
                <a:solidFill>
                  <a:srgbClr val="F3F0E6"/>
                </a:solidFill>
                <a:latin typeface="Arial"/>
                <a:ea typeface="Arial"/>
                <a:cs typeface="Arial"/>
              </a:defRPr>
            </a:lvl2pPr>
            <a:lvl3pPr algn="l">
              <a:defRPr sz="750" b="0">
                <a:solidFill>
                  <a:srgbClr val="F3F0E6"/>
                </a:solidFill>
                <a:latin typeface="Arial"/>
                <a:ea typeface="Arial"/>
                <a:cs typeface="Arial"/>
              </a:defRPr>
            </a:lvl3pPr>
            <a:lvl4pPr algn="l">
              <a:defRPr sz="750" b="0">
                <a:solidFill>
                  <a:srgbClr val="F3F0E6"/>
                </a:solidFill>
                <a:latin typeface="Arial"/>
                <a:ea typeface="Arial"/>
                <a:cs typeface="Arial"/>
              </a:defRPr>
            </a:lvl4pPr>
            <a:lvl5pPr algn="l">
              <a:defRPr sz="750" b="0">
                <a:solidFill>
                  <a:srgbClr val="F3F0E6"/>
                </a:solidFill>
                <a:latin typeface="Arial"/>
                <a:ea typeface="Arial"/>
                <a:cs typeface="Arial"/>
              </a:defRPr>
            </a:lvl5pPr>
            <a:lvl6pPr algn="l">
              <a:defRPr sz="750" b="0">
                <a:solidFill>
                  <a:srgbClr val="F3F0E6"/>
                </a:solidFill>
                <a:latin typeface="Arial"/>
                <a:ea typeface="Arial"/>
                <a:cs typeface="Arial"/>
              </a:defRPr>
            </a:lvl6pPr>
            <a:lvl7pPr algn="l">
              <a:defRPr sz="750" b="0">
                <a:solidFill>
                  <a:srgbClr val="F3F0E6"/>
                </a:solidFill>
                <a:latin typeface="Arial"/>
                <a:ea typeface="Arial"/>
                <a:cs typeface="Arial"/>
              </a:defRPr>
            </a:lvl7pPr>
            <a:lvl8pPr algn="l">
              <a:defRPr sz="750" b="0">
                <a:solidFill>
                  <a:srgbClr val="F3F0E6"/>
                </a:solidFill>
                <a:latin typeface="Arial"/>
                <a:ea typeface="Arial"/>
                <a:cs typeface="Arial"/>
              </a:defRPr>
            </a:lvl8pPr>
            <a:lvl9pPr algn="l">
              <a:defRPr sz="750" b="0">
                <a:solidFill>
                  <a:srgbClr val="F3F0E6"/>
                </a:solidFill>
                <a:latin typeface="Arial"/>
                <a:ea typeface="Arial"/>
                <a:cs typeface="Arial"/>
              </a:defRPr>
            </a:lvl9pPr>
          </a:lstStyle>
          <a:p xmlns:a="http://schemas.openxmlformats.org/drawingml/2006/main">
            <a:pPr algn="l">
              <a:defRPr sz="750" b="0">
                <a:solidFill>
                  <a:srgbClr val="F3F0E6"/>
                </a:solidFill>
                <a:latin typeface="Arial"/>
                <a:ea typeface="Arial"/>
                <a:cs typeface="Arial"/>
              </a:defRPr>
            </a:pPr>
            <a:r>
              <a:rPr sz="750" b="0">
                <a:solidFill>
                  <a:srgbClr val="F3F0E6"/>
                </a:solidFill>
                <a:latin typeface="Arial"/>
                <a:ea typeface="Arial"/>
                <a:cs typeface="Arial"/>
              </a:rPr>
              <a:t>STILLWATER VALLEY</a:t>
            </a:r>
          </a:p>
        </p:txBody>
      </p:sp>
      <p:sp>
        <p:nvSpPr>
          <p:cNvPr id="13" name="text-51">
            <a:extLst xmlns:a="http://schemas.openxmlformats.org/drawingml/2006/main">
              <a:ext uri="{FF2B5EF4-FFF2-40B4-BE49-F238E27FC236}">
                <a16:creationId xmlns:a16="http://schemas.microsoft.com/office/drawing/2014/main" id="{1DAAAA6A-0B3D-4956-8F78-A3A59A8618C3}"/>
              </a:ext>
            </a:extLst>
          </p:cNvPr>
          <p:cNvSpPr>
            <a:spLocks xmlns:a="http://schemas.openxmlformats.org/drawingml/2006/main" noGrp="1"/>
          </p:cNvSpPr>
          <p:nvPr/>
        </p:nvSpPr>
        <p:spPr>
          <a:xfrm xmlns:a="http://schemas.openxmlformats.org/drawingml/2006/main">
            <a:off x="685800" y="52959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3F0E6"/>
                </a:solidFill>
                <a:latin typeface="Georgia"/>
                <a:ea typeface="Georgia"/>
                <a:cs typeface="Georgia"/>
              </a:defRPr>
            </a:defPPr>
            <a:lvl1pPr algn="l">
              <a:defRPr sz="2175" b="0">
                <a:solidFill>
                  <a:srgbClr val="F3F0E6"/>
                </a:solidFill>
                <a:latin typeface="Georgia"/>
                <a:ea typeface="Georgia"/>
                <a:cs typeface="Georgia"/>
              </a:defRPr>
            </a:lvl1pPr>
            <a:lvl2pPr algn="l">
              <a:defRPr sz="2175" b="0">
                <a:solidFill>
                  <a:srgbClr val="F3F0E6"/>
                </a:solidFill>
                <a:latin typeface="Georgia"/>
                <a:ea typeface="Georgia"/>
                <a:cs typeface="Georgia"/>
              </a:defRPr>
            </a:lvl2pPr>
            <a:lvl3pPr algn="l">
              <a:defRPr sz="2175" b="0">
                <a:solidFill>
                  <a:srgbClr val="F3F0E6"/>
                </a:solidFill>
                <a:latin typeface="Georgia"/>
                <a:ea typeface="Georgia"/>
                <a:cs typeface="Georgia"/>
              </a:defRPr>
            </a:lvl3pPr>
            <a:lvl4pPr algn="l">
              <a:defRPr sz="2175" b="0">
                <a:solidFill>
                  <a:srgbClr val="F3F0E6"/>
                </a:solidFill>
                <a:latin typeface="Georgia"/>
                <a:ea typeface="Georgia"/>
                <a:cs typeface="Georgia"/>
              </a:defRPr>
            </a:lvl4pPr>
            <a:lvl5pPr algn="l">
              <a:defRPr sz="2175" b="0">
                <a:solidFill>
                  <a:srgbClr val="F3F0E6"/>
                </a:solidFill>
                <a:latin typeface="Georgia"/>
                <a:ea typeface="Georgia"/>
                <a:cs typeface="Georgia"/>
              </a:defRPr>
            </a:lvl5pPr>
            <a:lvl6pPr algn="l">
              <a:defRPr sz="2175" b="0">
                <a:solidFill>
                  <a:srgbClr val="F3F0E6"/>
                </a:solidFill>
                <a:latin typeface="Georgia"/>
                <a:ea typeface="Georgia"/>
                <a:cs typeface="Georgia"/>
              </a:defRPr>
            </a:lvl6pPr>
            <a:lvl7pPr algn="l">
              <a:defRPr sz="2175" b="0">
                <a:solidFill>
                  <a:srgbClr val="F3F0E6"/>
                </a:solidFill>
                <a:latin typeface="Georgia"/>
                <a:ea typeface="Georgia"/>
                <a:cs typeface="Georgia"/>
              </a:defRPr>
            </a:lvl7pPr>
            <a:lvl8pPr algn="l">
              <a:defRPr sz="2175" b="0">
                <a:solidFill>
                  <a:srgbClr val="F3F0E6"/>
                </a:solidFill>
                <a:latin typeface="Georgia"/>
                <a:ea typeface="Georgia"/>
                <a:cs typeface="Georgia"/>
              </a:defRPr>
            </a:lvl8pPr>
            <a:lvl9pPr algn="l">
              <a:defRPr sz="2175" b="0">
                <a:solidFill>
                  <a:srgbClr val="F3F0E6"/>
                </a:solidFill>
                <a:latin typeface="Georgia"/>
                <a:ea typeface="Georgia"/>
                <a:cs typeface="Georgia"/>
              </a:defRPr>
            </a:lvl9pPr>
          </a:lstStyle>
          <a:p xmlns:a="http://schemas.openxmlformats.org/drawingml/2006/main">
            <a:pPr algn="l">
              <a:defRPr sz="2175" b="0">
                <a:solidFill>
                  <a:srgbClr val="F3F0E6"/>
                </a:solidFill>
                <a:latin typeface="Georgia"/>
                <a:ea typeface="Georgia"/>
                <a:cs typeface="Georgia"/>
              </a:defRPr>
            </a:pPr>
            <a:r>
              <a:rPr sz="2175" b="0">
                <a:solidFill>
                  <a:srgbClr val="F3F0E6"/>
                </a:solidFill>
                <a:latin typeface="Georgia"/>
                <a:ea typeface="Georgia"/>
                <a:cs typeface="Georgia"/>
              </a:rPr>
              <a:t>The Lakeside Cottage</a:t>
            </a:r>
          </a:p>
        </p:txBody>
      </p:sp>
      <p:sp>
        <p:nvSpPr>
          <p:cNvPr id="14" name="text-53">
            <a:extLst xmlns:a="http://schemas.openxmlformats.org/drawingml/2006/main">
              <a:ext uri="{FF2B5EF4-FFF2-40B4-BE49-F238E27FC236}">
                <a16:creationId xmlns:a16="http://schemas.microsoft.com/office/drawing/2014/main" id="{5788800E-9866-4844-B984-597BAC292BE0}"/>
              </a:ext>
            </a:extLst>
          </p:cNvPr>
          <p:cNvSpPr>
            <a:spLocks xmlns:a="http://schemas.openxmlformats.org/drawingml/2006/main" noGrp="1"/>
          </p:cNvSpPr>
          <p:nvPr/>
        </p:nvSpPr>
        <p:spPr>
          <a:xfrm xmlns:a="http://schemas.openxmlformats.org/drawingml/2006/main">
            <a:off x="685800" y="57435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3F0E6"/>
                </a:solidFill>
                <a:latin typeface="Arial"/>
                <a:ea typeface="Arial"/>
                <a:cs typeface="Arial"/>
              </a:defRPr>
            </a:defPPr>
            <a:lvl1pPr algn="l">
              <a:defRPr sz="900" b="0">
                <a:solidFill>
                  <a:srgbClr val="F3F0E6"/>
                </a:solidFill>
                <a:latin typeface="Arial"/>
                <a:ea typeface="Arial"/>
                <a:cs typeface="Arial"/>
              </a:defRPr>
            </a:lvl1pPr>
            <a:lvl2pPr algn="l">
              <a:defRPr sz="900" b="0">
                <a:solidFill>
                  <a:srgbClr val="F3F0E6"/>
                </a:solidFill>
                <a:latin typeface="Arial"/>
                <a:ea typeface="Arial"/>
                <a:cs typeface="Arial"/>
              </a:defRPr>
            </a:lvl2pPr>
            <a:lvl3pPr algn="l">
              <a:defRPr sz="900" b="0">
                <a:solidFill>
                  <a:srgbClr val="F3F0E6"/>
                </a:solidFill>
                <a:latin typeface="Arial"/>
                <a:ea typeface="Arial"/>
                <a:cs typeface="Arial"/>
              </a:defRPr>
            </a:lvl3pPr>
            <a:lvl4pPr algn="l">
              <a:defRPr sz="900" b="0">
                <a:solidFill>
                  <a:srgbClr val="F3F0E6"/>
                </a:solidFill>
                <a:latin typeface="Arial"/>
                <a:ea typeface="Arial"/>
                <a:cs typeface="Arial"/>
              </a:defRPr>
            </a:lvl4pPr>
            <a:lvl5pPr algn="l">
              <a:defRPr sz="900" b="0">
                <a:solidFill>
                  <a:srgbClr val="F3F0E6"/>
                </a:solidFill>
                <a:latin typeface="Arial"/>
                <a:ea typeface="Arial"/>
                <a:cs typeface="Arial"/>
              </a:defRPr>
            </a:lvl5pPr>
            <a:lvl6pPr algn="l">
              <a:defRPr sz="900" b="0">
                <a:solidFill>
                  <a:srgbClr val="F3F0E6"/>
                </a:solidFill>
                <a:latin typeface="Arial"/>
                <a:ea typeface="Arial"/>
                <a:cs typeface="Arial"/>
              </a:defRPr>
            </a:lvl6pPr>
            <a:lvl7pPr algn="l">
              <a:defRPr sz="900" b="0">
                <a:solidFill>
                  <a:srgbClr val="F3F0E6"/>
                </a:solidFill>
                <a:latin typeface="Arial"/>
                <a:ea typeface="Arial"/>
                <a:cs typeface="Arial"/>
              </a:defRPr>
            </a:lvl7pPr>
            <a:lvl8pPr algn="l">
              <a:defRPr sz="900" b="0">
                <a:solidFill>
                  <a:srgbClr val="F3F0E6"/>
                </a:solidFill>
                <a:latin typeface="Arial"/>
                <a:ea typeface="Arial"/>
                <a:cs typeface="Arial"/>
              </a:defRPr>
            </a:lvl8pPr>
            <a:lvl9pPr algn="l">
              <a:defRPr sz="900" b="0">
                <a:solidFill>
                  <a:srgbClr val="F3F0E6"/>
                </a:solidFill>
                <a:latin typeface="Arial"/>
                <a:ea typeface="Arial"/>
                <a:cs typeface="Arial"/>
              </a:defRPr>
            </a:lvl9pPr>
          </a:lstStyle>
          <a:p xmlns:a="http://schemas.openxmlformats.org/drawingml/2006/main">
            <a:pPr algn="l">
              <a:defRPr sz="900" b="0">
                <a:solidFill>
                  <a:srgbClr val="F3F0E6"/>
                </a:solidFill>
                <a:latin typeface="Arial"/>
                <a:ea typeface="Arial"/>
                <a:cs typeface="Arial"/>
              </a:defRPr>
            </a:pPr>
            <a:r>
              <a:rPr sz="900" b="0">
                <a:solidFill>
                  <a:srgbClr val="F3F0E6"/>
                </a:solidFill>
                <a:latin typeface="Arial"/>
                <a:ea typeface="Arial"/>
                <a:cs typeface="Arial"/>
              </a:rPr>
              <a:t>Spring   Passing rain   19:15</a:t>
            </a:r>
          </a:p>
        </p:txBody>
      </p:sp>
      <p:sp>
        <p:nvSpPr>
          <p:cNvPr id="15" name="shape-54">
            <a:extLst xmlns:a="http://schemas.openxmlformats.org/drawingml/2006/main">
              <a:ext uri="{FF2B5EF4-FFF2-40B4-BE49-F238E27FC236}">
                <a16:creationId xmlns:a16="http://schemas.microsoft.com/office/drawing/2014/main" id="{FE8A2E48-8522-4E81-81CA-C95DF90D19D8}"/>
              </a:ext>
            </a:extLst>
          </p:cNvPr>
          <p:cNvSpPr>
            <a:spLocks xmlns:a="http://schemas.openxmlformats.org/drawingml/2006/main" noGrp="1"/>
          </p:cNvSpPr>
          <p:nvPr/>
        </p:nvSpPr>
        <p:spPr>
          <a:xfrm xmlns:a="http://schemas.openxmlformats.org/drawingml/2006/main">
            <a:off x="4133850" y="5591175"/>
            <a:ext cx="59055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16" name="text-56">
            <a:extLst xmlns:a="http://schemas.openxmlformats.org/drawingml/2006/main">
              <a:ext uri="{FF2B5EF4-FFF2-40B4-BE49-F238E27FC236}">
                <a16:creationId xmlns:a16="http://schemas.microsoft.com/office/drawing/2014/main" id="{53E77C94-24B6-4BA9-A1A4-6A5C8A4C97F9}"/>
              </a:ext>
            </a:extLst>
          </p:cNvPr>
          <p:cNvSpPr>
            <a:spLocks xmlns:a="http://schemas.openxmlformats.org/drawingml/2006/main" noGrp="1"/>
          </p:cNvSpPr>
          <p:nvPr/>
        </p:nvSpPr>
        <p:spPr>
          <a:xfrm xmlns:a="http://schemas.openxmlformats.org/drawingml/2006/main">
            <a:off x="4162425" y="55911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F3F0E6"/>
                </a:solidFill>
                <a:latin typeface="Arial"/>
                <a:ea typeface="Arial"/>
                <a:cs typeface="Arial"/>
              </a:defRPr>
            </a:defPPr>
            <a:lvl1pPr algn="ctr">
              <a:defRPr sz="900" b="0">
                <a:solidFill>
                  <a:srgbClr val="F3F0E6"/>
                </a:solidFill>
                <a:latin typeface="Arial"/>
                <a:ea typeface="Arial"/>
                <a:cs typeface="Arial"/>
              </a:defRPr>
            </a:lvl1pPr>
            <a:lvl2pPr algn="ctr">
              <a:defRPr sz="900" b="0">
                <a:solidFill>
                  <a:srgbClr val="F3F0E6"/>
                </a:solidFill>
                <a:latin typeface="Arial"/>
                <a:ea typeface="Arial"/>
                <a:cs typeface="Arial"/>
              </a:defRPr>
            </a:lvl2pPr>
            <a:lvl3pPr algn="ctr">
              <a:defRPr sz="900" b="0">
                <a:solidFill>
                  <a:srgbClr val="F3F0E6"/>
                </a:solidFill>
                <a:latin typeface="Arial"/>
                <a:ea typeface="Arial"/>
                <a:cs typeface="Arial"/>
              </a:defRPr>
            </a:lvl3pPr>
            <a:lvl4pPr algn="ctr">
              <a:defRPr sz="900" b="0">
                <a:solidFill>
                  <a:srgbClr val="F3F0E6"/>
                </a:solidFill>
                <a:latin typeface="Arial"/>
                <a:ea typeface="Arial"/>
                <a:cs typeface="Arial"/>
              </a:defRPr>
            </a:lvl4pPr>
            <a:lvl5pPr algn="ctr">
              <a:defRPr sz="900" b="0">
                <a:solidFill>
                  <a:srgbClr val="F3F0E6"/>
                </a:solidFill>
                <a:latin typeface="Arial"/>
                <a:ea typeface="Arial"/>
                <a:cs typeface="Arial"/>
              </a:defRPr>
            </a:lvl5pPr>
            <a:lvl6pPr algn="ctr">
              <a:defRPr sz="900" b="0">
                <a:solidFill>
                  <a:srgbClr val="F3F0E6"/>
                </a:solidFill>
                <a:latin typeface="Arial"/>
                <a:ea typeface="Arial"/>
                <a:cs typeface="Arial"/>
              </a:defRPr>
            </a:lvl6pPr>
            <a:lvl7pPr algn="ctr">
              <a:defRPr sz="900" b="0">
                <a:solidFill>
                  <a:srgbClr val="F3F0E6"/>
                </a:solidFill>
                <a:latin typeface="Arial"/>
                <a:ea typeface="Arial"/>
                <a:cs typeface="Arial"/>
              </a:defRPr>
            </a:lvl7pPr>
            <a:lvl8pPr algn="ctr">
              <a:defRPr sz="900" b="0">
                <a:solidFill>
                  <a:srgbClr val="F3F0E6"/>
                </a:solidFill>
                <a:latin typeface="Arial"/>
                <a:ea typeface="Arial"/>
                <a:cs typeface="Arial"/>
              </a:defRPr>
            </a:lvl8pPr>
            <a:lvl9pPr algn="ctr">
              <a:defRPr sz="900" b="0">
                <a:solidFill>
                  <a:srgbClr val="F3F0E6"/>
                </a:solidFill>
                <a:latin typeface="Arial"/>
                <a:ea typeface="Arial"/>
                <a:cs typeface="Arial"/>
              </a:defRPr>
            </a:lvl9pPr>
          </a:lstStyle>
          <a:p xmlns:a="http://schemas.openxmlformats.org/drawingml/2006/main">
            <a:pPr algn="ctr">
              <a:defRPr sz="900" b="0">
                <a:solidFill>
                  <a:srgbClr val="F3F0E6"/>
                </a:solidFill>
                <a:latin typeface="Arial"/>
                <a:ea typeface="Arial"/>
                <a:cs typeface="Arial"/>
              </a:defRPr>
            </a:pPr>
            <a:r>
              <a:rPr sz="900" b="0">
                <a:solidFill>
                  <a:srgbClr val="F3F0E6"/>
                </a:solidFill>
                <a:latin typeface="Arial"/>
                <a:ea typeface="Arial"/>
                <a:cs typeface="Arial"/>
              </a:rPr>
              <a:t>Follow</a:t>
            </a:r>
          </a:p>
        </p:txBody>
      </p:sp>
      <p:sp>
        <p:nvSpPr>
          <p:cNvPr id="17" name="shape-57">
            <a:extLst xmlns:a="http://schemas.openxmlformats.org/drawingml/2006/main">
              <a:ext uri="{FF2B5EF4-FFF2-40B4-BE49-F238E27FC236}">
                <a16:creationId xmlns:a16="http://schemas.microsoft.com/office/drawing/2014/main" id="{FEB9B1EC-3198-4DD8-9014-8A932FD1AF73}"/>
              </a:ext>
            </a:extLst>
          </p:cNvPr>
          <p:cNvSpPr>
            <a:spLocks xmlns:a="http://schemas.openxmlformats.org/drawingml/2006/main" noGrp="1"/>
          </p:cNvSpPr>
          <p:nvPr/>
        </p:nvSpPr>
        <p:spPr>
          <a:xfrm xmlns:a="http://schemas.openxmlformats.org/drawingml/2006/main">
            <a:off x="4791075" y="5591175"/>
            <a:ext cx="866775"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18" name="text-59">
            <a:extLst xmlns:a="http://schemas.openxmlformats.org/drawingml/2006/main">
              <a:ext uri="{FF2B5EF4-FFF2-40B4-BE49-F238E27FC236}">
                <a16:creationId xmlns:a16="http://schemas.microsoft.com/office/drawing/2014/main" id="{AF3804C2-5388-4E19-8F65-793A319C8BCB}"/>
              </a:ext>
            </a:extLst>
          </p:cNvPr>
          <p:cNvSpPr>
            <a:spLocks xmlns:a="http://schemas.openxmlformats.org/drawingml/2006/main" noGrp="1"/>
          </p:cNvSpPr>
          <p:nvPr/>
        </p:nvSpPr>
        <p:spPr>
          <a:xfrm xmlns:a="http://schemas.openxmlformats.org/drawingml/2006/main">
            <a:off x="4819650" y="5591175"/>
            <a:ext cx="80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F3F0E6"/>
                </a:solidFill>
                <a:latin typeface="Arial"/>
                <a:ea typeface="Arial"/>
                <a:cs typeface="Arial"/>
              </a:defRPr>
            </a:defPPr>
            <a:lvl1pPr algn="ctr">
              <a:defRPr sz="900" b="0">
                <a:solidFill>
                  <a:srgbClr val="F3F0E6"/>
                </a:solidFill>
                <a:latin typeface="Arial"/>
                <a:ea typeface="Arial"/>
                <a:cs typeface="Arial"/>
              </a:defRPr>
            </a:lvl1pPr>
            <a:lvl2pPr algn="ctr">
              <a:defRPr sz="900" b="0">
                <a:solidFill>
                  <a:srgbClr val="F3F0E6"/>
                </a:solidFill>
                <a:latin typeface="Arial"/>
                <a:ea typeface="Arial"/>
                <a:cs typeface="Arial"/>
              </a:defRPr>
            </a:lvl2pPr>
            <a:lvl3pPr algn="ctr">
              <a:defRPr sz="900" b="0">
                <a:solidFill>
                  <a:srgbClr val="F3F0E6"/>
                </a:solidFill>
                <a:latin typeface="Arial"/>
                <a:ea typeface="Arial"/>
                <a:cs typeface="Arial"/>
              </a:defRPr>
            </a:lvl3pPr>
            <a:lvl4pPr algn="ctr">
              <a:defRPr sz="900" b="0">
                <a:solidFill>
                  <a:srgbClr val="F3F0E6"/>
                </a:solidFill>
                <a:latin typeface="Arial"/>
                <a:ea typeface="Arial"/>
                <a:cs typeface="Arial"/>
              </a:defRPr>
            </a:lvl4pPr>
            <a:lvl5pPr algn="ctr">
              <a:defRPr sz="900" b="0">
                <a:solidFill>
                  <a:srgbClr val="F3F0E6"/>
                </a:solidFill>
                <a:latin typeface="Arial"/>
                <a:ea typeface="Arial"/>
                <a:cs typeface="Arial"/>
              </a:defRPr>
            </a:lvl5pPr>
            <a:lvl6pPr algn="ctr">
              <a:defRPr sz="900" b="0">
                <a:solidFill>
                  <a:srgbClr val="F3F0E6"/>
                </a:solidFill>
                <a:latin typeface="Arial"/>
                <a:ea typeface="Arial"/>
                <a:cs typeface="Arial"/>
              </a:defRPr>
            </a:lvl6pPr>
            <a:lvl7pPr algn="ctr">
              <a:defRPr sz="900" b="0">
                <a:solidFill>
                  <a:srgbClr val="F3F0E6"/>
                </a:solidFill>
                <a:latin typeface="Arial"/>
                <a:ea typeface="Arial"/>
                <a:cs typeface="Arial"/>
              </a:defRPr>
            </a:lvl7pPr>
            <a:lvl8pPr algn="ctr">
              <a:defRPr sz="900" b="0">
                <a:solidFill>
                  <a:srgbClr val="F3F0E6"/>
                </a:solidFill>
                <a:latin typeface="Arial"/>
                <a:ea typeface="Arial"/>
                <a:cs typeface="Arial"/>
              </a:defRPr>
            </a:lvl8pPr>
            <a:lvl9pPr algn="ctr">
              <a:defRPr sz="900" b="0">
                <a:solidFill>
                  <a:srgbClr val="F3F0E6"/>
                </a:solidFill>
                <a:latin typeface="Arial"/>
                <a:ea typeface="Arial"/>
                <a:cs typeface="Arial"/>
              </a:defRPr>
            </a:lvl9pPr>
          </a:lstStyle>
          <a:p xmlns:a="http://schemas.openxmlformats.org/drawingml/2006/main">
            <a:pPr algn="ctr">
              <a:defRPr sz="900" b="0">
                <a:solidFill>
                  <a:srgbClr val="F3F0E6"/>
                </a:solidFill>
                <a:latin typeface="Arial"/>
                <a:ea typeface="Arial"/>
                <a:cs typeface="Arial"/>
              </a:defRPr>
            </a:pPr>
            <a:r>
              <a:rPr sz="900" b="0">
                <a:solidFill>
                  <a:srgbClr val="F3F0E6"/>
                </a:solidFill>
                <a:latin typeface="Arial"/>
                <a:ea typeface="Arial"/>
                <a:cs typeface="Arial"/>
              </a:rPr>
              <a:t>Field notes</a:t>
            </a:r>
          </a:p>
        </p:txBody>
      </p:sp>
      <p:sp>
        <p:nvSpPr>
          <p:cNvPr id="19" name="shape-60">
            <a:extLst xmlns:a="http://schemas.openxmlformats.org/drawingml/2006/main">
              <a:ext uri="{FF2B5EF4-FFF2-40B4-BE49-F238E27FC236}">
                <a16:creationId xmlns:a16="http://schemas.microsoft.com/office/drawing/2014/main" id="{6FF15E97-1BBF-458C-B3A9-C235DE2389B6}"/>
              </a:ext>
            </a:extLst>
          </p:cNvPr>
          <p:cNvSpPr>
            <a:spLocks xmlns:a="http://schemas.openxmlformats.org/drawingml/2006/main" noGrp="1"/>
          </p:cNvSpPr>
          <p:nvPr/>
        </p:nvSpPr>
        <p:spPr>
          <a:xfrm xmlns:a="http://schemas.openxmlformats.org/drawingml/2006/main">
            <a:off x="5724525" y="5591175"/>
            <a:ext cx="1171575" cy="323850"/>
          </a:xfrm>
          <a:prstGeom xmlns:a="http://schemas.openxmlformats.org/drawingml/2006/main" prst="roundRect">
            <a:avLst>
              <a:gd name="adj" fmla="val 41176"/>
            </a:avLst>
          </a:prstGeom>
          <a:solidFill xmlns:a="http://schemas.openxmlformats.org/drawingml/2006/main">
            <a:srgbClr val="F3F0E6"/>
          </a:solidFill>
          <a:ln xmlns:a="http://schemas.openxmlformats.org/drawingml/2006/main" w="9525">
            <a:solidFill>
              <a:srgbClr val="F3F0E6"/>
            </a:solidFill>
            <a:prstDash val="solid"/>
          </a:ln>
        </p:spPr>
      </p:sp>
      <p:sp>
        <p:nvSpPr>
          <p:cNvPr id="20" name="text-62">
            <a:extLst xmlns:a="http://schemas.openxmlformats.org/drawingml/2006/main">
              <a:ext uri="{FF2B5EF4-FFF2-40B4-BE49-F238E27FC236}">
                <a16:creationId xmlns:a16="http://schemas.microsoft.com/office/drawing/2014/main" id="{A5B6D329-2936-4ECF-8AB9-9B98775FED42}"/>
              </a:ext>
            </a:extLst>
          </p:cNvPr>
          <p:cNvSpPr>
            <a:spLocks xmlns:a="http://schemas.openxmlformats.org/drawingml/2006/main" noGrp="1"/>
          </p:cNvSpPr>
          <p:nvPr/>
        </p:nvSpPr>
        <p:spPr>
          <a:xfrm xmlns:a="http://schemas.openxmlformats.org/drawingml/2006/main">
            <a:off x="5753100" y="5591175"/>
            <a:ext cx="1114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293930"/>
                </a:solidFill>
                <a:latin typeface="Arial"/>
                <a:ea typeface="Arial"/>
                <a:cs typeface="Arial"/>
              </a:defRPr>
            </a:defPPr>
            <a:lvl1pPr algn="ctr">
              <a:defRPr sz="900" b="0">
                <a:solidFill>
                  <a:srgbClr val="293930"/>
                </a:solidFill>
                <a:latin typeface="Arial"/>
                <a:ea typeface="Arial"/>
                <a:cs typeface="Arial"/>
              </a:defRPr>
            </a:lvl1pPr>
            <a:lvl2pPr algn="ctr">
              <a:defRPr sz="900" b="0">
                <a:solidFill>
                  <a:srgbClr val="293930"/>
                </a:solidFill>
                <a:latin typeface="Arial"/>
                <a:ea typeface="Arial"/>
                <a:cs typeface="Arial"/>
              </a:defRPr>
            </a:lvl2pPr>
            <a:lvl3pPr algn="ctr">
              <a:defRPr sz="900" b="0">
                <a:solidFill>
                  <a:srgbClr val="293930"/>
                </a:solidFill>
                <a:latin typeface="Arial"/>
                <a:ea typeface="Arial"/>
                <a:cs typeface="Arial"/>
              </a:defRPr>
            </a:lvl3pPr>
            <a:lvl4pPr algn="ctr">
              <a:defRPr sz="900" b="0">
                <a:solidFill>
                  <a:srgbClr val="293930"/>
                </a:solidFill>
                <a:latin typeface="Arial"/>
                <a:ea typeface="Arial"/>
                <a:cs typeface="Arial"/>
              </a:defRPr>
            </a:lvl4pPr>
            <a:lvl5pPr algn="ctr">
              <a:defRPr sz="900" b="0">
                <a:solidFill>
                  <a:srgbClr val="293930"/>
                </a:solidFill>
                <a:latin typeface="Arial"/>
                <a:ea typeface="Arial"/>
                <a:cs typeface="Arial"/>
              </a:defRPr>
            </a:lvl5pPr>
            <a:lvl6pPr algn="ctr">
              <a:defRPr sz="900" b="0">
                <a:solidFill>
                  <a:srgbClr val="293930"/>
                </a:solidFill>
                <a:latin typeface="Arial"/>
                <a:ea typeface="Arial"/>
                <a:cs typeface="Arial"/>
              </a:defRPr>
            </a:lvl6pPr>
            <a:lvl7pPr algn="ctr">
              <a:defRPr sz="900" b="0">
                <a:solidFill>
                  <a:srgbClr val="293930"/>
                </a:solidFill>
                <a:latin typeface="Arial"/>
                <a:ea typeface="Arial"/>
                <a:cs typeface="Arial"/>
              </a:defRPr>
            </a:lvl7pPr>
            <a:lvl8pPr algn="ctr">
              <a:defRPr sz="900" b="0">
                <a:solidFill>
                  <a:srgbClr val="293930"/>
                </a:solidFill>
                <a:latin typeface="Arial"/>
                <a:ea typeface="Arial"/>
                <a:cs typeface="Arial"/>
              </a:defRPr>
            </a:lvl8pPr>
            <a:lvl9pPr algn="ctr">
              <a:defRPr sz="900" b="0">
                <a:solidFill>
                  <a:srgbClr val="293930"/>
                </a:solidFill>
                <a:latin typeface="Arial"/>
                <a:ea typeface="Arial"/>
                <a:cs typeface="Arial"/>
              </a:defRPr>
            </a:lvl9pPr>
          </a:lstStyle>
          <a:p xmlns:a="http://schemas.openxmlformats.org/drawingml/2006/main">
            <a:pPr algn="ctr">
              <a:defRPr sz="900" b="0">
                <a:solidFill>
                  <a:srgbClr val="293930"/>
                </a:solidFill>
                <a:latin typeface="Arial"/>
                <a:ea typeface="Arial"/>
                <a:cs typeface="Arial"/>
              </a:defRPr>
            </a:pPr>
            <a:r>
              <a:rPr sz="900" b="0">
                <a:solidFill>
                  <a:srgbClr val="293930"/>
                </a:solidFill>
                <a:latin typeface="Arial"/>
                <a:ea typeface="Arial"/>
                <a:cs typeface="Arial"/>
              </a:rPr>
              <a:t>Keep this view</a:t>
            </a:r>
          </a:p>
        </p:txBody>
      </p:sp>
      <p:sp>
        <p:nvSpPr>
          <p:cNvPr id="21" name="shape-63">
            <a:extLst xmlns:a="http://schemas.openxmlformats.org/drawingml/2006/main">
              <a:ext uri="{FF2B5EF4-FFF2-40B4-BE49-F238E27FC236}">
                <a16:creationId xmlns:a16="http://schemas.microsoft.com/office/drawing/2014/main" id="{23B43533-4A6B-4871-81D5-13B94F5BC99D}"/>
              </a:ext>
            </a:extLst>
          </p:cNvPr>
          <p:cNvSpPr>
            <a:spLocks xmlns:a="http://schemas.openxmlformats.org/drawingml/2006/main" noGrp="1"/>
          </p:cNvSpPr>
          <p:nvPr/>
        </p:nvSpPr>
        <p:spPr>
          <a:xfrm xmlns:a="http://schemas.openxmlformats.org/drawingml/2006/main">
            <a:off x="6972300"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2" name="text-65">
            <a:extLst xmlns:a="http://schemas.openxmlformats.org/drawingml/2006/main">
              <a:ext uri="{FF2B5EF4-FFF2-40B4-BE49-F238E27FC236}">
                <a16:creationId xmlns:a16="http://schemas.microsoft.com/office/drawing/2014/main" id="{ED1BAD75-B333-48FD-8039-5497DD3EEF13}"/>
              </a:ext>
            </a:extLst>
          </p:cNvPr>
          <p:cNvSpPr>
            <a:spLocks xmlns:a="http://schemas.openxmlformats.org/drawingml/2006/main" noGrp="1"/>
          </p:cNvSpPr>
          <p:nvPr/>
        </p:nvSpPr>
        <p:spPr>
          <a:xfrm xmlns:a="http://schemas.openxmlformats.org/drawingml/2006/main">
            <a:off x="7000875" y="56197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F3F0E6"/>
                </a:solidFill>
                <a:latin typeface="Arial"/>
                <a:ea typeface="Arial"/>
                <a:cs typeface="Arial"/>
              </a:defRPr>
            </a:defPPr>
            <a:lvl1pPr algn="ctr">
              <a:defRPr sz="1500" b="0">
                <a:solidFill>
                  <a:srgbClr val="F3F0E6"/>
                </a:solidFill>
                <a:latin typeface="Arial"/>
                <a:ea typeface="Arial"/>
                <a:cs typeface="Arial"/>
              </a:defRPr>
            </a:lvl1pPr>
            <a:lvl2pPr algn="ctr">
              <a:defRPr sz="1500" b="0">
                <a:solidFill>
                  <a:srgbClr val="F3F0E6"/>
                </a:solidFill>
                <a:latin typeface="Arial"/>
                <a:ea typeface="Arial"/>
                <a:cs typeface="Arial"/>
              </a:defRPr>
            </a:lvl2pPr>
            <a:lvl3pPr algn="ctr">
              <a:defRPr sz="1500" b="0">
                <a:solidFill>
                  <a:srgbClr val="F3F0E6"/>
                </a:solidFill>
                <a:latin typeface="Arial"/>
                <a:ea typeface="Arial"/>
                <a:cs typeface="Arial"/>
              </a:defRPr>
            </a:lvl3pPr>
            <a:lvl4pPr algn="ctr">
              <a:defRPr sz="1500" b="0">
                <a:solidFill>
                  <a:srgbClr val="F3F0E6"/>
                </a:solidFill>
                <a:latin typeface="Arial"/>
                <a:ea typeface="Arial"/>
                <a:cs typeface="Arial"/>
              </a:defRPr>
            </a:lvl4pPr>
            <a:lvl5pPr algn="ctr">
              <a:defRPr sz="1500" b="0">
                <a:solidFill>
                  <a:srgbClr val="F3F0E6"/>
                </a:solidFill>
                <a:latin typeface="Arial"/>
                <a:ea typeface="Arial"/>
                <a:cs typeface="Arial"/>
              </a:defRPr>
            </a:lvl5pPr>
            <a:lvl6pPr algn="ctr">
              <a:defRPr sz="1500" b="0">
                <a:solidFill>
                  <a:srgbClr val="F3F0E6"/>
                </a:solidFill>
                <a:latin typeface="Arial"/>
                <a:ea typeface="Arial"/>
                <a:cs typeface="Arial"/>
              </a:defRPr>
            </a:lvl6pPr>
            <a:lvl7pPr algn="ctr">
              <a:defRPr sz="1500" b="0">
                <a:solidFill>
                  <a:srgbClr val="F3F0E6"/>
                </a:solidFill>
                <a:latin typeface="Arial"/>
                <a:ea typeface="Arial"/>
                <a:cs typeface="Arial"/>
              </a:defRPr>
            </a:lvl7pPr>
            <a:lvl8pPr algn="ctr">
              <a:defRPr sz="1500" b="0">
                <a:solidFill>
                  <a:srgbClr val="F3F0E6"/>
                </a:solidFill>
                <a:latin typeface="Arial"/>
                <a:ea typeface="Arial"/>
                <a:cs typeface="Arial"/>
              </a:defRPr>
            </a:lvl8pPr>
            <a:lvl9pPr algn="ctr">
              <a:defRPr sz="1500" b="0">
                <a:solidFill>
                  <a:srgbClr val="F3F0E6"/>
                </a:solidFill>
                <a:latin typeface="Arial"/>
                <a:ea typeface="Arial"/>
                <a:cs typeface="Arial"/>
              </a:defRPr>
            </a:lvl9pPr>
          </a:lstStyle>
          <a:p xmlns:a="http://schemas.openxmlformats.org/drawingml/2006/main">
            <a:pPr algn="ctr">
              <a:defRPr sz="1500" b="0">
                <a:solidFill>
                  <a:srgbClr val="F3F0E6"/>
                </a:solidFill>
                <a:latin typeface="Arial"/>
                <a:ea typeface="Arial"/>
                <a:cs typeface="Arial"/>
              </a:defRPr>
            </a:pPr>
            <a:r>
              <a:rPr sz="1500" b="0">
                <a:solidFill>
                  <a:srgbClr val="F3F0E6"/>
                </a:solidFill>
                <a:latin typeface="Arial"/>
                <a:ea typeface="Arial"/>
                <a:cs typeface="Arial"/>
              </a:rPr>
              <a:t>♪</a:t>
            </a:r>
          </a:p>
        </p:txBody>
      </p:sp>
      <p:sp>
        <p:nvSpPr>
          <p:cNvPr id="23" name="shape-66">
            <a:extLst xmlns:a="http://schemas.openxmlformats.org/drawingml/2006/main">
              <a:ext uri="{FF2B5EF4-FFF2-40B4-BE49-F238E27FC236}">
                <a16:creationId xmlns:a16="http://schemas.microsoft.com/office/drawing/2014/main" id="{2D25F97F-9E62-4963-83DB-E0AB2288953B}"/>
              </a:ext>
            </a:extLst>
          </p:cNvPr>
          <p:cNvSpPr>
            <a:spLocks xmlns:a="http://schemas.openxmlformats.org/drawingml/2006/main" noGrp="1"/>
          </p:cNvSpPr>
          <p:nvPr/>
        </p:nvSpPr>
        <p:spPr>
          <a:xfrm xmlns:a="http://schemas.openxmlformats.org/drawingml/2006/main">
            <a:off x="7400925"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4" name="shape-67">
            <a:extLst xmlns:a="http://schemas.openxmlformats.org/drawingml/2006/main">
              <a:ext uri="{FF2B5EF4-FFF2-40B4-BE49-F238E27FC236}">
                <a16:creationId xmlns:a16="http://schemas.microsoft.com/office/drawing/2014/main" id="{50CBE1DE-CC9A-4A25-94F9-5E6BA41F497C}"/>
              </a:ext>
            </a:extLst>
          </p:cNvPr>
          <p:cNvSpPr>
            <a:spLocks xmlns:a="http://schemas.openxmlformats.org/drawingml/2006/main" noGrp="1"/>
          </p:cNvSpPr>
          <p:nvPr/>
        </p:nvSpPr>
        <p:spPr>
          <a:xfrm xmlns:a="http://schemas.openxmlformats.org/drawingml/2006/main">
            <a:off x="7515225" y="5686425"/>
            <a:ext cx="28575" cy="133350"/>
          </a:xfrm>
          <a:prstGeom xmlns:a="http://schemas.openxmlformats.org/drawingml/2006/main" prst="rect">
            <a:avLst/>
          </a:prstGeom>
          <a:solidFill xmlns:a="http://schemas.openxmlformats.org/drawingml/2006/main">
            <a:srgbClr val="F3F0E6"/>
          </a:solidFill>
          <a:ln xmlns:a="http://schemas.openxmlformats.org/drawingml/2006/main" w="0">
            <a:noFill/>
            <a:prstDash val="solid"/>
          </a:ln>
        </p:spPr>
      </p:sp>
      <p:sp>
        <p:nvSpPr>
          <p:cNvPr id="25" name="shape-68">
            <a:extLst xmlns:a="http://schemas.openxmlformats.org/drawingml/2006/main">
              <a:ext uri="{FF2B5EF4-FFF2-40B4-BE49-F238E27FC236}">
                <a16:creationId xmlns:a16="http://schemas.microsoft.com/office/drawing/2014/main" id="{08DFEC10-89EF-46E1-BE3F-41C52F6CB8CC}"/>
              </a:ext>
            </a:extLst>
          </p:cNvPr>
          <p:cNvSpPr>
            <a:spLocks xmlns:a="http://schemas.openxmlformats.org/drawingml/2006/main" noGrp="1"/>
          </p:cNvSpPr>
          <p:nvPr/>
        </p:nvSpPr>
        <p:spPr>
          <a:xfrm xmlns:a="http://schemas.openxmlformats.org/drawingml/2006/main">
            <a:off x="7591425" y="5686425"/>
            <a:ext cx="28575" cy="133350"/>
          </a:xfrm>
          <a:prstGeom xmlns:a="http://schemas.openxmlformats.org/drawingml/2006/main" prst="rect">
            <a:avLst/>
          </a:prstGeom>
          <a:solidFill xmlns:a="http://schemas.openxmlformats.org/drawingml/2006/main">
            <a:srgbClr val="F3F0E6"/>
          </a:solidFill>
          <a:ln xmlns:a="http://schemas.openxmlformats.org/drawingml/2006/main" w="0">
            <a:noFill/>
            <a:prstDash val="solid"/>
          </a:ln>
        </p:spPr>
      </p:sp>
      <p:sp>
        <p:nvSpPr>
          <p:cNvPr id="26" name="shape-69">
            <a:extLst xmlns:a="http://schemas.openxmlformats.org/drawingml/2006/main">
              <a:ext uri="{FF2B5EF4-FFF2-40B4-BE49-F238E27FC236}">
                <a16:creationId xmlns:a16="http://schemas.microsoft.com/office/drawing/2014/main" id="{CC2F2856-323D-4C32-987B-BE8EF86A71ED}"/>
              </a:ext>
            </a:extLst>
          </p:cNvPr>
          <p:cNvSpPr>
            <a:spLocks xmlns:a="http://schemas.openxmlformats.org/drawingml/2006/main" noGrp="1"/>
          </p:cNvSpPr>
          <p:nvPr/>
        </p:nvSpPr>
        <p:spPr>
          <a:xfrm xmlns:a="http://schemas.openxmlformats.org/drawingml/2006/main">
            <a:off x="7829550"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7" name="shape-70">
            <a:extLst xmlns:a="http://schemas.openxmlformats.org/drawingml/2006/main">
              <a:ext uri="{FF2B5EF4-FFF2-40B4-BE49-F238E27FC236}">
                <a16:creationId xmlns:a16="http://schemas.microsoft.com/office/drawing/2014/main" id="{C383B473-AA56-49A5-B4D0-B331F923E3A6}"/>
              </a:ext>
            </a:extLst>
          </p:cNvPr>
          <p:cNvSpPr>
            <a:spLocks xmlns:a="http://schemas.openxmlformats.org/drawingml/2006/main" noGrp="1"/>
          </p:cNvSpPr>
          <p:nvPr/>
        </p:nvSpPr>
        <p:spPr>
          <a:xfrm xmlns:a="http://schemas.openxmlformats.org/drawingml/2006/main">
            <a:off x="7934325" y="5686425"/>
            <a:ext cx="133350" cy="133350"/>
          </a:xfrm>
          <a:prstGeom xmlns:a="http://schemas.openxmlformats.org/drawingml/2006/main" prst="rect">
            <a:avLst/>
          </a:prstGeom>
          <a:noFill xmlns:a="http://schemas.openxmlformats.org/drawingml/2006/main"/>
          <a:ln xmlns:a="http://schemas.openxmlformats.org/drawingml/2006/main" w="9525">
            <a:solidFill>
              <a:srgbClr val="F3F0E6"/>
            </a:solidFill>
            <a:prstDash val="solid"/>
          </a:ln>
        </p:spPr>
      </p:sp>
      <p:sp>
        <p:nvSpPr>
          <p:cNvPr id="28" name="text-72">
            <a:extLst xmlns:a="http://schemas.openxmlformats.org/drawingml/2006/main">
              <a:ext uri="{FF2B5EF4-FFF2-40B4-BE49-F238E27FC236}">
                <a16:creationId xmlns:a16="http://schemas.microsoft.com/office/drawing/2014/main" id="{C544ACE7-E6CF-4967-87E8-762C42FC2B45}"/>
              </a:ext>
            </a:extLst>
          </p:cNvPr>
          <p:cNvSpPr>
            <a:spLocks xmlns:a="http://schemas.openxmlformats.org/drawingml/2006/main" noGrp="1"/>
          </p:cNvSpPr>
          <p:nvPr/>
        </p:nvSpPr>
        <p:spPr>
          <a:xfrm xmlns:a="http://schemas.openxmlformats.org/drawingml/2006/main">
            <a:off x="8896350" y="16573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4705F"/>
                </a:solidFill>
                <a:latin typeface="Arial"/>
                <a:ea typeface="Arial"/>
                <a:cs typeface="Arial"/>
              </a:defRPr>
            </a:defPPr>
            <a:lvl1pPr algn="l">
              <a:defRPr sz="1050" b="1">
                <a:solidFill>
                  <a:srgbClr val="64705F"/>
                </a:solidFill>
                <a:latin typeface="Arial"/>
                <a:ea typeface="Arial"/>
                <a:cs typeface="Arial"/>
              </a:defRPr>
            </a:lvl1pPr>
            <a:lvl2pPr algn="l">
              <a:defRPr sz="1050" b="1">
                <a:solidFill>
                  <a:srgbClr val="64705F"/>
                </a:solidFill>
                <a:latin typeface="Arial"/>
                <a:ea typeface="Arial"/>
                <a:cs typeface="Arial"/>
              </a:defRPr>
            </a:lvl2pPr>
            <a:lvl3pPr algn="l">
              <a:defRPr sz="1050" b="1">
                <a:solidFill>
                  <a:srgbClr val="64705F"/>
                </a:solidFill>
                <a:latin typeface="Arial"/>
                <a:ea typeface="Arial"/>
                <a:cs typeface="Arial"/>
              </a:defRPr>
            </a:lvl3pPr>
            <a:lvl4pPr algn="l">
              <a:defRPr sz="1050" b="1">
                <a:solidFill>
                  <a:srgbClr val="64705F"/>
                </a:solidFill>
                <a:latin typeface="Arial"/>
                <a:ea typeface="Arial"/>
                <a:cs typeface="Arial"/>
              </a:defRPr>
            </a:lvl4pPr>
            <a:lvl5pPr algn="l">
              <a:defRPr sz="1050" b="1">
                <a:solidFill>
                  <a:srgbClr val="64705F"/>
                </a:solidFill>
                <a:latin typeface="Arial"/>
                <a:ea typeface="Arial"/>
                <a:cs typeface="Arial"/>
              </a:defRPr>
            </a:lvl5pPr>
            <a:lvl6pPr algn="l">
              <a:defRPr sz="1050" b="1">
                <a:solidFill>
                  <a:srgbClr val="64705F"/>
                </a:solidFill>
                <a:latin typeface="Arial"/>
                <a:ea typeface="Arial"/>
                <a:cs typeface="Arial"/>
              </a:defRPr>
            </a:lvl6pPr>
            <a:lvl7pPr algn="l">
              <a:defRPr sz="1050" b="1">
                <a:solidFill>
                  <a:srgbClr val="64705F"/>
                </a:solidFill>
                <a:latin typeface="Arial"/>
                <a:ea typeface="Arial"/>
                <a:cs typeface="Arial"/>
              </a:defRPr>
            </a:lvl7pPr>
            <a:lvl8pPr algn="l">
              <a:defRPr sz="1050" b="1">
                <a:solidFill>
                  <a:srgbClr val="64705F"/>
                </a:solidFill>
                <a:latin typeface="Arial"/>
                <a:ea typeface="Arial"/>
                <a:cs typeface="Arial"/>
              </a:defRPr>
            </a:lvl8pPr>
            <a:lvl9pPr algn="l">
              <a:defRPr sz="1050" b="1">
                <a:solidFill>
                  <a:srgbClr val="64705F"/>
                </a:solidFill>
                <a:latin typeface="Arial"/>
                <a:ea typeface="Arial"/>
                <a:cs typeface="Arial"/>
              </a:defRPr>
            </a:lvl9pPr>
          </a:lstStyle>
          <a:p xmlns:a="http://schemas.openxmlformats.org/drawingml/2006/main">
            <a:pPr algn="l">
              <a:defRPr sz="1050" b="1">
                <a:solidFill>
                  <a:srgbClr val="64705F"/>
                </a:solidFill>
                <a:latin typeface="Arial"/>
                <a:ea typeface="Arial"/>
                <a:cs typeface="Arial"/>
              </a:defRPr>
            </a:pPr>
            <a:r>
              <a:rPr sz="1050" b="1">
                <a:solidFill>
                  <a:srgbClr val="64705F"/>
                </a:solidFill>
                <a:latin typeface="Arial"/>
                <a:ea typeface="Arial"/>
                <a:cs typeface="Arial"/>
              </a:rPr>
              <a:t>VISITOR</a:t>
            </a:r>
          </a:p>
        </p:txBody>
      </p:sp>
      <p:sp>
        <p:nvSpPr>
          <p:cNvPr id="29" name="text-74">
            <a:extLst xmlns:a="http://schemas.openxmlformats.org/drawingml/2006/main">
              <a:ext uri="{FF2B5EF4-FFF2-40B4-BE49-F238E27FC236}">
                <a16:creationId xmlns:a16="http://schemas.microsoft.com/office/drawing/2014/main" id="{63C1995E-6437-4129-8762-95FD2360E147}"/>
              </a:ext>
            </a:extLst>
          </p:cNvPr>
          <p:cNvSpPr>
            <a:spLocks xmlns:a="http://schemas.openxmlformats.org/drawingml/2006/main" noGrp="1"/>
          </p:cNvSpPr>
          <p:nvPr/>
        </p:nvSpPr>
        <p:spPr>
          <a:xfrm xmlns:a="http://schemas.openxmlformats.org/drawingml/2006/main">
            <a:off x="8896350" y="2095500"/>
            <a:ext cx="2781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“That window just caught my eye.”</a:t>
            </a:r>
          </a:p>
        </p:txBody>
      </p:sp>
      <p:sp>
        <p:nvSpPr>
          <p:cNvPr id="30" name="text-76">
            <a:extLst xmlns:a="http://schemas.openxmlformats.org/drawingml/2006/main">
              <a:ext uri="{FF2B5EF4-FFF2-40B4-BE49-F238E27FC236}">
                <a16:creationId xmlns:a16="http://schemas.microsoft.com/office/drawing/2014/main" id="{4F79BF7B-0A8D-494A-8B1C-B95D281A1861}"/>
              </a:ext>
            </a:extLst>
          </p:cNvPr>
          <p:cNvSpPr>
            <a:spLocks xmlns:a="http://schemas.openxmlformats.org/drawingml/2006/main" noGrp="1"/>
          </p:cNvSpPr>
          <p:nvPr/>
        </p:nvSpPr>
        <p:spPr>
          <a:xfrm xmlns:a="http://schemas.openxmlformats.org/drawingml/2006/main">
            <a:off x="8896350" y="3505200"/>
            <a:ext cx="27432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93930"/>
                </a:solidFill>
                <a:latin typeface="Arial"/>
                <a:ea typeface="Arial"/>
                <a:cs typeface="Arial"/>
              </a:defRPr>
            </a:defPPr>
            <a:lvl1pPr algn="l">
              <a:defRPr sz="1500" b="0">
                <a:solidFill>
                  <a:srgbClr val="293930"/>
                </a:solidFill>
                <a:latin typeface="Arial"/>
                <a:ea typeface="Arial"/>
                <a:cs typeface="Arial"/>
              </a:defRPr>
            </a:lvl1pPr>
            <a:lvl2pPr algn="l">
              <a:defRPr sz="1500" b="0">
                <a:solidFill>
                  <a:srgbClr val="293930"/>
                </a:solidFill>
                <a:latin typeface="Arial"/>
                <a:ea typeface="Arial"/>
                <a:cs typeface="Arial"/>
              </a:defRPr>
            </a:lvl2pPr>
            <a:lvl3pPr algn="l">
              <a:defRPr sz="1500" b="0">
                <a:solidFill>
                  <a:srgbClr val="293930"/>
                </a:solidFill>
                <a:latin typeface="Arial"/>
                <a:ea typeface="Arial"/>
                <a:cs typeface="Arial"/>
              </a:defRPr>
            </a:lvl3pPr>
            <a:lvl4pPr algn="l">
              <a:defRPr sz="1500" b="0">
                <a:solidFill>
                  <a:srgbClr val="293930"/>
                </a:solidFill>
                <a:latin typeface="Arial"/>
                <a:ea typeface="Arial"/>
                <a:cs typeface="Arial"/>
              </a:defRPr>
            </a:lvl4pPr>
            <a:lvl5pPr algn="l">
              <a:defRPr sz="1500" b="0">
                <a:solidFill>
                  <a:srgbClr val="293930"/>
                </a:solidFill>
                <a:latin typeface="Arial"/>
                <a:ea typeface="Arial"/>
                <a:cs typeface="Arial"/>
              </a:defRPr>
            </a:lvl5pPr>
            <a:lvl6pPr algn="l">
              <a:defRPr sz="1500" b="0">
                <a:solidFill>
                  <a:srgbClr val="293930"/>
                </a:solidFill>
                <a:latin typeface="Arial"/>
                <a:ea typeface="Arial"/>
                <a:cs typeface="Arial"/>
              </a:defRPr>
            </a:lvl6pPr>
            <a:lvl7pPr algn="l">
              <a:defRPr sz="1500" b="0">
                <a:solidFill>
                  <a:srgbClr val="293930"/>
                </a:solidFill>
                <a:latin typeface="Arial"/>
                <a:ea typeface="Arial"/>
                <a:cs typeface="Arial"/>
              </a:defRPr>
            </a:lvl7pPr>
            <a:lvl8pPr algn="l">
              <a:defRPr sz="1500" b="0">
                <a:solidFill>
                  <a:srgbClr val="293930"/>
                </a:solidFill>
                <a:latin typeface="Arial"/>
                <a:ea typeface="Arial"/>
                <a:cs typeface="Arial"/>
              </a:defRPr>
            </a:lvl8pPr>
            <a:lvl9pPr algn="l">
              <a:defRPr sz="1500" b="0">
                <a:solidFill>
                  <a:srgbClr val="293930"/>
                </a:solidFill>
                <a:latin typeface="Arial"/>
                <a:ea typeface="Arial"/>
                <a:cs typeface="Arial"/>
              </a:defRPr>
            </a:lvl9pPr>
          </a:lstStyle>
          <a:p xmlns:a="http://schemas.openxmlformats.org/drawingml/2006/main">
            <a:pPr algn="l">
              <a:defRPr sz="1500" b="0">
                <a:solidFill>
                  <a:srgbClr val="293930"/>
                </a:solidFill>
                <a:latin typeface="Arial"/>
                <a:ea typeface="Arial"/>
                <a:cs typeface="Arial"/>
              </a:defRPr>
            </a:pPr>
            <a:r>
              <a:rPr sz="1500" b="0">
                <a:solidFill>
                  <a:srgbClr val="293930"/>
                </a:solidFill>
                <a:latin typeface="Arial"/>
                <a:ea typeface="Arial"/>
                <a:cs typeface="Arial"/>
              </a:rPr>
              <a:t>They reveal the controls and choose Keep this view.</a:t>
            </a:r>
          </a:p>
        </p:txBody>
      </p:sp>
      <p:sp>
        <p:nvSpPr>
          <p:cNvPr id="31" name="shape-77">
            <a:extLst xmlns:a="http://schemas.openxmlformats.org/drawingml/2006/main">
              <a:ext uri="{FF2B5EF4-FFF2-40B4-BE49-F238E27FC236}">
                <a16:creationId xmlns:a16="http://schemas.microsoft.com/office/drawing/2014/main" id="{B03C2A81-BCB6-41C7-8204-93BCEE78F3C0}"/>
              </a:ext>
            </a:extLst>
          </p:cNvPr>
          <p:cNvSpPr>
            <a:spLocks xmlns:a="http://schemas.openxmlformats.org/drawingml/2006/main" noGrp="1"/>
          </p:cNvSpPr>
          <p:nvPr/>
        </p:nvSpPr>
        <p:spPr>
          <a:xfrm xmlns:a="http://schemas.openxmlformats.org/drawingml/2006/main">
            <a:off x="8896350" y="5067300"/>
            <a:ext cx="27241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32" name="text-79">
            <a:extLst xmlns:a="http://schemas.openxmlformats.org/drawingml/2006/main">
              <a:ext uri="{FF2B5EF4-FFF2-40B4-BE49-F238E27FC236}">
                <a16:creationId xmlns:a16="http://schemas.microsoft.com/office/drawing/2014/main" id="{F02AEE88-C410-4229-A29B-0FA0487D1593}"/>
              </a:ext>
            </a:extLst>
          </p:cNvPr>
          <p:cNvSpPr>
            <a:spLocks xmlns:a="http://schemas.openxmlformats.org/drawingml/2006/main" noGrp="1"/>
          </p:cNvSpPr>
          <p:nvPr/>
        </p:nvSpPr>
        <p:spPr>
          <a:xfrm xmlns:a="http://schemas.openxmlformats.org/drawingml/2006/main">
            <a:off x="8896350" y="52387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No prompt interrupts the visit. The control follows the existing fade and keyboard behavior.</a:t>
            </a:r>
          </a:p>
        </p:txBody>
      </p:sp>
    </p:spTree>
    <p:extLst>
      <p:ext uri="{BB962C8B-B14F-4D97-AF65-F5344CB8AC3E}">
        <p14:creationId xmlns:p14="http://schemas.microsoft.com/office/powerpoint/2010/main" val="698579875"/>
      </p:ext>
    </p:extLst>
  </p:cSld>
</p:sld>
</file>

<file path=ppt/slides/slide4.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26" name="text-81">
            <a:extLst xmlns:a="http://schemas.openxmlformats.org/drawingml/2006/main">
              <a:ext uri="{FF2B5EF4-FFF2-40B4-BE49-F238E27FC236}">
                <a16:creationId xmlns:a16="http://schemas.microsoft.com/office/drawing/2014/main" id="{11A7089B-200A-4F8E-9BD5-3DDF45C8B8FE}"/>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02  The moment stays while a note takes shape</a:t>
            </a:r>
          </a:p>
        </p:txBody>
      </p:sp>
      <p:sp>
        <p:nvSpPr>
          <p:cNvPr id="2" name="text-83">
            <a:extLst xmlns:a="http://schemas.openxmlformats.org/drawingml/2006/main">
              <a:ext uri="{FF2B5EF4-FFF2-40B4-BE49-F238E27FC236}">
                <a16:creationId xmlns:a16="http://schemas.microsoft.com/office/drawing/2014/main" id="{739E720C-B574-4AC5-B971-E932BE359B00}"/>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preview and its date belong to the same displayed frame</a:t>
            </a:r>
          </a:p>
        </p:txBody>
      </p:sp>
      <p:sp>
        <p:nvSpPr>
          <p:cNvPr id="3" name="shape-84">
            <a:extLst xmlns:a="http://schemas.openxmlformats.org/drawingml/2006/main">
              <a:ext uri="{FF2B5EF4-FFF2-40B4-BE49-F238E27FC236}">
                <a16:creationId xmlns:a16="http://schemas.microsoft.com/office/drawing/2014/main" id="{D032A629-4991-462D-867B-CCB6292BC03A}"/>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86">
            <a:extLst xmlns:a="http://schemas.openxmlformats.org/drawingml/2006/main">
              <a:ext uri="{FF2B5EF4-FFF2-40B4-BE49-F238E27FC236}">
                <a16:creationId xmlns:a16="http://schemas.microsoft.com/office/drawing/2014/main" id="{80EDA07D-0DFB-416F-96A1-C8CFEF36D21D}"/>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88">
            <a:extLst xmlns:a="http://schemas.openxmlformats.org/drawingml/2006/main">
              <a:ext uri="{FF2B5EF4-FFF2-40B4-BE49-F238E27FC236}">
                <a16:creationId xmlns:a16="http://schemas.microsoft.com/office/drawing/2014/main" id="{4055987F-A5E8-4405-A1CD-757DE80332A8}"/>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04</a:t>
            </a:r>
          </a:p>
        </p:txBody>
      </p:sp>
      <p:pic>
        <p:nvPicPr>
          <p:cNvPr id="6" name="">
            <a:extLst xmlns:a="http://schemas.openxmlformats.org/drawingml/2006/main">
              <a:ext uri="{FF2B5EF4-FFF2-40B4-BE49-F238E27FC236}">
                <a16:creationId xmlns:a16="http://schemas.microsoft.com/office/drawing/2014/main" id="{2384B2F9-EFE9-4D6F-A972-E40802B72454}"/>
              </a:ext>
            </a:extLst>
          </p:cNvPr>
          <p:cNvPicPr>
            <a:picLocks xmlns:a="http://schemas.openxmlformats.org/drawingml/2006/main" noChangeAspect="1"/>
          </p:cNvPicPr>
          <p:nvPr/>
        </p:nvPicPr>
        <p:blipFill>
          <a:blip xmlns:r="http://schemas.openxmlformats.org/officeDocument/2006/relationships" xmlns:a="http://schemas.openxmlformats.org/drawingml/2006/main" r:embed="R1ee9e482b1e4400d"/>
          <a:srcRect xmlns:a="http://schemas.openxmlformats.org/drawingml/2006/main" l="0" t="57" r="0" b="57"/>
          <a:stretch xmlns:a="http://schemas.openxmlformats.org/drawingml/2006/main">
            <a:fillRect l="0" t="0" r="0" b="0"/>
          </a:stretch>
        </p:blipFill>
        <p:spPr>
          <a:xfrm xmlns:a="http://schemas.openxmlformats.org/drawingml/2006/main">
            <a:off x="457200" y="1562100"/>
            <a:ext cx="8096250" cy="4552950"/>
          </a:xfrm>
          <a:prstGeom xmlns:a="http://schemas.openxmlformats.org/drawingml/2006/main" prst="rect">
            <a:avLst/>
          </a:prstGeom>
        </p:spPr>
      </p:pic>
      <p:sp>
        <p:nvSpPr>
          <p:cNvPr id="7" name="shape-89">
            <a:extLst xmlns:a="http://schemas.openxmlformats.org/drawingml/2006/main">
              <a:ext uri="{FF2B5EF4-FFF2-40B4-BE49-F238E27FC236}">
                <a16:creationId xmlns:a16="http://schemas.microsoft.com/office/drawing/2014/main" id="{247888D6-D07E-42A5-8F6C-57AB4FA88198}"/>
              </a:ext>
            </a:extLst>
          </p:cNvPr>
          <p:cNvSpPr>
            <a:spLocks xmlns:a="http://schemas.openxmlformats.org/drawingml/2006/main" noGrp="1"/>
          </p:cNvSpPr>
          <p:nvPr/>
        </p:nvSpPr>
        <p:spPr>
          <a:xfrm xmlns:a="http://schemas.openxmlformats.org/drawingml/2006/main">
            <a:off x="457200" y="1562100"/>
            <a:ext cx="8096250" cy="4552950"/>
          </a:xfrm>
          <a:prstGeom xmlns:a="http://schemas.openxmlformats.org/drawingml/2006/main" prst="rect">
            <a:avLst/>
          </a:prstGeom>
          <a:solidFill xmlns:a="http://schemas.openxmlformats.org/drawingml/2006/main">
            <a:srgbClr val="17261E">
              <a:alpha val="45000"/>
            </a:srgbClr>
          </a:solidFill>
          <a:ln xmlns:a="http://schemas.openxmlformats.org/drawingml/2006/main" w="0">
            <a:noFill/>
            <a:prstDash val="solid"/>
          </a:ln>
        </p:spPr>
      </p:sp>
      <p:sp>
        <p:nvSpPr>
          <p:cNvPr id="8" name="shape-90">
            <a:extLst xmlns:a="http://schemas.openxmlformats.org/drawingml/2006/main">
              <a:ext uri="{FF2B5EF4-FFF2-40B4-BE49-F238E27FC236}">
                <a16:creationId xmlns:a16="http://schemas.microsoft.com/office/drawing/2014/main" id="{781310C0-4107-4E85-9067-28DE3249D64C}"/>
              </a:ext>
            </a:extLst>
          </p:cNvPr>
          <p:cNvSpPr>
            <a:spLocks xmlns:a="http://schemas.openxmlformats.org/drawingml/2006/main" noGrp="1"/>
          </p:cNvSpPr>
          <p:nvPr/>
        </p:nvSpPr>
        <p:spPr>
          <a:xfrm xmlns:a="http://schemas.openxmlformats.org/drawingml/2006/main">
            <a:off x="1695450" y="1724025"/>
            <a:ext cx="5600700" cy="4210050"/>
          </a:xfrm>
          <a:prstGeom xmlns:a="http://schemas.openxmlformats.org/drawingml/2006/main" prst="roundRect">
            <a:avLst>
              <a:gd name="adj" fmla="val 2262"/>
            </a:avLst>
          </a:prstGeom>
          <a:solidFill xmlns:a="http://schemas.openxmlformats.org/drawingml/2006/main">
            <a:srgbClr val="F3F0E6"/>
          </a:solidFill>
          <a:ln xmlns:a="http://schemas.openxmlformats.org/drawingml/2006/main" w="0">
            <a:noFill/>
            <a:prstDash val="solid"/>
          </a:ln>
        </p:spPr>
      </p:sp>
      <p:sp>
        <p:nvSpPr>
          <p:cNvPr id="9" name="text-92">
            <a:extLst xmlns:a="http://schemas.openxmlformats.org/drawingml/2006/main">
              <a:ext uri="{FF2B5EF4-FFF2-40B4-BE49-F238E27FC236}">
                <a16:creationId xmlns:a16="http://schemas.microsoft.com/office/drawing/2014/main" id="{D63BC6C9-D515-419A-BC5C-B90F7E853AA9}"/>
              </a:ext>
            </a:extLst>
          </p:cNvPr>
          <p:cNvSpPr>
            <a:spLocks xmlns:a="http://schemas.openxmlformats.org/drawingml/2006/main" noGrp="1"/>
          </p:cNvSpPr>
          <p:nvPr/>
        </p:nvSpPr>
        <p:spPr>
          <a:xfrm xmlns:a="http://schemas.openxmlformats.org/drawingml/2006/main">
            <a:off x="1924050" y="1905000"/>
            <a:ext cx="483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93930"/>
                </a:solidFill>
                <a:latin typeface="Georgia"/>
                <a:ea typeface="Georgia"/>
                <a:cs typeface="Georgia"/>
              </a:defRPr>
            </a:defPPr>
            <a:lvl1pPr algn="l">
              <a:defRPr sz="2175" b="0">
                <a:solidFill>
                  <a:srgbClr val="293930"/>
                </a:solidFill>
                <a:latin typeface="Georgia"/>
                <a:ea typeface="Georgia"/>
                <a:cs typeface="Georgia"/>
              </a:defRPr>
            </a:lvl1pPr>
            <a:lvl2pPr algn="l">
              <a:defRPr sz="2175" b="0">
                <a:solidFill>
                  <a:srgbClr val="293930"/>
                </a:solidFill>
                <a:latin typeface="Georgia"/>
                <a:ea typeface="Georgia"/>
                <a:cs typeface="Georgia"/>
              </a:defRPr>
            </a:lvl2pPr>
            <a:lvl3pPr algn="l">
              <a:defRPr sz="2175" b="0">
                <a:solidFill>
                  <a:srgbClr val="293930"/>
                </a:solidFill>
                <a:latin typeface="Georgia"/>
                <a:ea typeface="Georgia"/>
                <a:cs typeface="Georgia"/>
              </a:defRPr>
            </a:lvl3pPr>
            <a:lvl4pPr algn="l">
              <a:defRPr sz="2175" b="0">
                <a:solidFill>
                  <a:srgbClr val="293930"/>
                </a:solidFill>
                <a:latin typeface="Georgia"/>
                <a:ea typeface="Georgia"/>
                <a:cs typeface="Georgia"/>
              </a:defRPr>
            </a:lvl4pPr>
            <a:lvl5pPr algn="l">
              <a:defRPr sz="2175" b="0">
                <a:solidFill>
                  <a:srgbClr val="293930"/>
                </a:solidFill>
                <a:latin typeface="Georgia"/>
                <a:ea typeface="Georgia"/>
                <a:cs typeface="Georgia"/>
              </a:defRPr>
            </a:lvl5pPr>
            <a:lvl6pPr algn="l">
              <a:defRPr sz="2175" b="0">
                <a:solidFill>
                  <a:srgbClr val="293930"/>
                </a:solidFill>
                <a:latin typeface="Georgia"/>
                <a:ea typeface="Georgia"/>
                <a:cs typeface="Georgia"/>
              </a:defRPr>
            </a:lvl6pPr>
            <a:lvl7pPr algn="l">
              <a:defRPr sz="2175" b="0">
                <a:solidFill>
                  <a:srgbClr val="293930"/>
                </a:solidFill>
                <a:latin typeface="Georgia"/>
                <a:ea typeface="Georgia"/>
                <a:cs typeface="Georgia"/>
              </a:defRPr>
            </a:lvl7pPr>
            <a:lvl8pPr algn="l">
              <a:defRPr sz="2175" b="0">
                <a:solidFill>
                  <a:srgbClr val="293930"/>
                </a:solidFill>
                <a:latin typeface="Georgia"/>
                <a:ea typeface="Georgia"/>
                <a:cs typeface="Georgia"/>
              </a:defRPr>
            </a:lvl8pPr>
            <a:lvl9pPr algn="l">
              <a:defRPr sz="2175" b="0">
                <a:solidFill>
                  <a:srgbClr val="293930"/>
                </a:solidFill>
                <a:latin typeface="Georgia"/>
                <a:ea typeface="Georgia"/>
                <a:cs typeface="Georgia"/>
              </a:defRPr>
            </a:lvl9pPr>
          </a:lstStyle>
          <a:p xmlns:a="http://schemas.openxmlformats.org/drawingml/2006/main">
            <a:pPr algn="l">
              <a:defRPr sz="2175" b="0">
                <a:solidFill>
                  <a:srgbClr val="293930"/>
                </a:solidFill>
                <a:latin typeface="Georgia"/>
                <a:ea typeface="Georgia"/>
                <a:cs typeface="Georgia"/>
              </a:defRPr>
            </a:pPr>
            <a:r>
              <a:rPr sz="2175" b="0">
                <a:solidFill>
                  <a:srgbClr val="293930"/>
                </a:solidFill>
                <a:latin typeface="Georgia"/>
                <a:ea typeface="Georgia"/>
                <a:cs typeface="Georgia"/>
              </a:rPr>
              <a:t>Keep this view</a:t>
            </a:r>
          </a:p>
        </p:txBody>
      </p:sp>
      <p:sp>
        <p:nvSpPr>
          <p:cNvPr id="10" name="text-94">
            <a:extLst xmlns:a="http://schemas.openxmlformats.org/drawingml/2006/main">
              <a:ext uri="{FF2B5EF4-FFF2-40B4-BE49-F238E27FC236}">
                <a16:creationId xmlns:a16="http://schemas.microsoft.com/office/drawing/2014/main" id="{E20C4F8C-1BD0-43C7-9535-ADF2D543339A}"/>
              </a:ext>
            </a:extLst>
          </p:cNvPr>
          <p:cNvSpPr>
            <a:spLocks xmlns:a="http://schemas.openxmlformats.org/drawingml/2006/main" noGrp="1"/>
          </p:cNvSpPr>
          <p:nvPr/>
        </p:nvSpPr>
        <p:spPr>
          <a:xfrm xmlns:a="http://schemas.openxmlformats.org/drawingml/2006/main">
            <a:off x="6896100" y="1876425"/>
            <a:ext cx="23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5F"/>
                </a:solidFill>
                <a:latin typeface="Arial"/>
                <a:ea typeface="Arial"/>
                <a:cs typeface="Arial"/>
              </a:defRPr>
            </a:defPPr>
            <a:lvl1pPr algn="l">
              <a:defRPr sz="1875" b="0">
                <a:solidFill>
                  <a:srgbClr val="64705F"/>
                </a:solidFill>
                <a:latin typeface="Arial"/>
                <a:ea typeface="Arial"/>
                <a:cs typeface="Arial"/>
              </a:defRPr>
            </a:lvl1pPr>
            <a:lvl2pPr algn="l">
              <a:defRPr sz="1875" b="0">
                <a:solidFill>
                  <a:srgbClr val="64705F"/>
                </a:solidFill>
                <a:latin typeface="Arial"/>
                <a:ea typeface="Arial"/>
                <a:cs typeface="Arial"/>
              </a:defRPr>
            </a:lvl2pPr>
            <a:lvl3pPr algn="l">
              <a:defRPr sz="1875" b="0">
                <a:solidFill>
                  <a:srgbClr val="64705F"/>
                </a:solidFill>
                <a:latin typeface="Arial"/>
                <a:ea typeface="Arial"/>
                <a:cs typeface="Arial"/>
              </a:defRPr>
            </a:lvl3pPr>
            <a:lvl4pPr algn="l">
              <a:defRPr sz="1875" b="0">
                <a:solidFill>
                  <a:srgbClr val="64705F"/>
                </a:solidFill>
                <a:latin typeface="Arial"/>
                <a:ea typeface="Arial"/>
                <a:cs typeface="Arial"/>
              </a:defRPr>
            </a:lvl4pPr>
            <a:lvl5pPr algn="l">
              <a:defRPr sz="1875" b="0">
                <a:solidFill>
                  <a:srgbClr val="64705F"/>
                </a:solidFill>
                <a:latin typeface="Arial"/>
                <a:ea typeface="Arial"/>
                <a:cs typeface="Arial"/>
              </a:defRPr>
            </a:lvl5pPr>
            <a:lvl6pPr algn="l">
              <a:defRPr sz="1875" b="0">
                <a:solidFill>
                  <a:srgbClr val="64705F"/>
                </a:solidFill>
                <a:latin typeface="Arial"/>
                <a:ea typeface="Arial"/>
                <a:cs typeface="Arial"/>
              </a:defRPr>
            </a:lvl6pPr>
            <a:lvl7pPr algn="l">
              <a:defRPr sz="1875" b="0">
                <a:solidFill>
                  <a:srgbClr val="64705F"/>
                </a:solidFill>
                <a:latin typeface="Arial"/>
                <a:ea typeface="Arial"/>
                <a:cs typeface="Arial"/>
              </a:defRPr>
            </a:lvl7pPr>
            <a:lvl8pPr algn="l">
              <a:defRPr sz="1875" b="0">
                <a:solidFill>
                  <a:srgbClr val="64705F"/>
                </a:solidFill>
                <a:latin typeface="Arial"/>
                <a:ea typeface="Arial"/>
                <a:cs typeface="Arial"/>
              </a:defRPr>
            </a:lvl8pPr>
            <a:lvl9pPr algn="l">
              <a:defRPr sz="1875" b="0">
                <a:solidFill>
                  <a:srgbClr val="64705F"/>
                </a:solidFill>
                <a:latin typeface="Arial"/>
                <a:ea typeface="Arial"/>
                <a:cs typeface="Arial"/>
              </a:defRPr>
            </a:lvl9pPr>
          </a:lstStyle>
          <a:p xmlns:a="http://schemas.openxmlformats.org/drawingml/2006/main">
            <a:pPr algn="l">
              <a:defRPr sz="1875" b="0">
                <a:solidFill>
                  <a:srgbClr val="64705F"/>
                </a:solidFill>
                <a:latin typeface="Arial"/>
                <a:ea typeface="Arial"/>
                <a:cs typeface="Arial"/>
              </a:defRPr>
            </a:pPr>
            <a:r>
              <a:rPr sz="1875" b="0">
                <a:solidFill>
                  <a:srgbClr val="64705F"/>
                </a:solidFill>
                <a:latin typeface="Arial"/>
                <a:ea typeface="Arial"/>
                <a:cs typeface="Arial"/>
              </a:rPr>
              <a:t>×</a:t>
            </a:r>
          </a:p>
        </p:txBody>
      </p:sp>
      <p:pic>
        <p:nvPicPr>
          <p:cNvPr id="11" name="">
            <a:extLst xmlns:a="http://schemas.openxmlformats.org/drawingml/2006/main">
              <a:ext uri="{FF2B5EF4-FFF2-40B4-BE49-F238E27FC236}">
                <a16:creationId xmlns:a16="http://schemas.microsoft.com/office/drawing/2014/main" id="{99D91432-754E-4B8C-B65C-CDC14DF27CF1}"/>
              </a:ext>
            </a:extLst>
          </p:cNvPr>
          <p:cNvPicPr>
            <a:picLocks xmlns:a="http://schemas.openxmlformats.org/drawingml/2006/main" noChangeAspect="1"/>
          </p:cNvPicPr>
          <p:nvPr/>
        </p:nvPicPr>
        <p:blipFill>
          <a:blip xmlns:r="http://schemas.openxmlformats.org/officeDocument/2006/relationships" xmlns:a="http://schemas.openxmlformats.org/drawingml/2006/main" r:embed="R87467ca507004fc6"/>
          <a:srcRect xmlns:a="http://schemas.openxmlformats.org/drawingml/2006/main" l="24" t="0" r="24" b="0"/>
          <a:stretch xmlns:a="http://schemas.openxmlformats.org/drawingml/2006/main">
            <a:fillRect l="0" t="0" r="0" b="0"/>
          </a:stretch>
        </p:blipFill>
        <p:spPr>
          <a:xfrm xmlns:a="http://schemas.openxmlformats.org/drawingml/2006/main">
            <a:off x="1924050" y="2409825"/>
            <a:ext cx="2333625" cy="1314450"/>
          </a:xfrm>
          <a:prstGeom xmlns:a="http://schemas.openxmlformats.org/drawingml/2006/main" prst="rect">
            <a:avLst/>
          </a:prstGeom>
        </p:spPr>
      </p:pic>
      <p:sp>
        <p:nvSpPr>
          <p:cNvPr id="12" name="text-96">
            <a:extLst xmlns:a="http://schemas.openxmlformats.org/drawingml/2006/main">
              <a:ext uri="{FF2B5EF4-FFF2-40B4-BE49-F238E27FC236}">
                <a16:creationId xmlns:a16="http://schemas.microsoft.com/office/drawing/2014/main" id="{69057939-704F-47B0-8C8A-BF7D11F472A0}"/>
              </a:ext>
            </a:extLst>
          </p:cNvPr>
          <p:cNvSpPr>
            <a:spLocks xmlns:a="http://schemas.openxmlformats.org/drawingml/2006/main" noGrp="1"/>
          </p:cNvSpPr>
          <p:nvPr/>
        </p:nvSpPr>
        <p:spPr>
          <a:xfrm xmlns:a="http://schemas.openxmlformats.org/drawingml/2006/main">
            <a:off x="4457700" y="2447925"/>
            <a:ext cx="2619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293930"/>
                </a:solidFill>
                <a:latin typeface="Arial"/>
                <a:ea typeface="Arial"/>
                <a:cs typeface="Arial"/>
              </a:defRPr>
            </a:defPPr>
            <a:lvl1pPr algn="l">
              <a:defRPr sz="1500" b="1">
                <a:solidFill>
                  <a:srgbClr val="293930"/>
                </a:solidFill>
                <a:latin typeface="Arial"/>
                <a:ea typeface="Arial"/>
                <a:cs typeface="Arial"/>
              </a:defRPr>
            </a:lvl1pPr>
            <a:lvl2pPr algn="l">
              <a:defRPr sz="1500" b="1">
                <a:solidFill>
                  <a:srgbClr val="293930"/>
                </a:solidFill>
                <a:latin typeface="Arial"/>
                <a:ea typeface="Arial"/>
                <a:cs typeface="Arial"/>
              </a:defRPr>
            </a:lvl2pPr>
            <a:lvl3pPr algn="l">
              <a:defRPr sz="1500" b="1">
                <a:solidFill>
                  <a:srgbClr val="293930"/>
                </a:solidFill>
                <a:latin typeface="Arial"/>
                <a:ea typeface="Arial"/>
                <a:cs typeface="Arial"/>
              </a:defRPr>
            </a:lvl3pPr>
            <a:lvl4pPr algn="l">
              <a:defRPr sz="1500" b="1">
                <a:solidFill>
                  <a:srgbClr val="293930"/>
                </a:solidFill>
                <a:latin typeface="Arial"/>
                <a:ea typeface="Arial"/>
                <a:cs typeface="Arial"/>
              </a:defRPr>
            </a:lvl4pPr>
            <a:lvl5pPr algn="l">
              <a:defRPr sz="1500" b="1">
                <a:solidFill>
                  <a:srgbClr val="293930"/>
                </a:solidFill>
                <a:latin typeface="Arial"/>
                <a:ea typeface="Arial"/>
                <a:cs typeface="Arial"/>
              </a:defRPr>
            </a:lvl5pPr>
            <a:lvl6pPr algn="l">
              <a:defRPr sz="1500" b="1">
                <a:solidFill>
                  <a:srgbClr val="293930"/>
                </a:solidFill>
                <a:latin typeface="Arial"/>
                <a:ea typeface="Arial"/>
                <a:cs typeface="Arial"/>
              </a:defRPr>
            </a:lvl6pPr>
            <a:lvl7pPr algn="l">
              <a:defRPr sz="1500" b="1">
                <a:solidFill>
                  <a:srgbClr val="293930"/>
                </a:solidFill>
                <a:latin typeface="Arial"/>
                <a:ea typeface="Arial"/>
                <a:cs typeface="Arial"/>
              </a:defRPr>
            </a:lvl7pPr>
            <a:lvl8pPr algn="l">
              <a:defRPr sz="1500" b="1">
                <a:solidFill>
                  <a:srgbClr val="293930"/>
                </a:solidFill>
                <a:latin typeface="Arial"/>
                <a:ea typeface="Arial"/>
                <a:cs typeface="Arial"/>
              </a:defRPr>
            </a:lvl8pPr>
            <a:lvl9pPr algn="l">
              <a:defRPr sz="1500" b="1">
                <a:solidFill>
                  <a:srgbClr val="293930"/>
                </a:solidFill>
                <a:latin typeface="Arial"/>
                <a:ea typeface="Arial"/>
                <a:cs typeface="Arial"/>
              </a:defRPr>
            </a:lvl9pPr>
          </a:lstStyle>
          <a:p xmlns:a="http://schemas.openxmlformats.org/drawingml/2006/main">
            <a:pPr algn="l">
              <a:defRPr sz="1500" b="1">
                <a:solidFill>
                  <a:srgbClr val="293930"/>
                </a:solidFill>
                <a:latin typeface="Arial"/>
                <a:ea typeface="Arial"/>
                <a:cs typeface="Arial"/>
              </a:defRPr>
            </a:pPr>
            <a:r>
              <a:rPr sz="1500" b="1">
                <a:solidFill>
                  <a:srgbClr val="293930"/>
                </a:solidFill>
                <a:latin typeface="Arial"/>
                <a:ea typeface="Arial"/>
                <a:cs typeface="Arial"/>
              </a:rPr>
              <a:t>The Lakeside Cottage</a:t>
            </a:r>
          </a:p>
        </p:txBody>
      </p:sp>
      <p:sp>
        <p:nvSpPr>
          <p:cNvPr id="13" name="text-98">
            <a:extLst xmlns:a="http://schemas.openxmlformats.org/drawingml/2006/main">
              <a:ext uri="{FF2B5EF4-FFF2-40B4-BE49-F238E27FC236}">
                <a16:creationId xmlns:a16="http://schemas.microsoft.com/office/drawing/2014/main" id="{5029F88B-BD96-4049-B856-02ABCB816520}"/>
              </a:ext>
            </a:extLst>
          </p:cNvPr>
          <p:cNvSpPr>
            <a:spLocks xmlns:a="http://schemas.openxmlformats.org/drawingml/2006/main" noGrp="1"/>
          </p:cNvSpPr>
          <p:nvPr/>
        </p:nvSpPr>
        <p:spPr>
          <a:xfrm xmlns:a="http://schemas.openxmlformats.org/drawingml/2006/main">
            <a:off x="4457700" y="299085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Stillwater Valley</a:t>
            </a:r>
          </a:p>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Year 2 / Day 135 / 19:15</a:t>
            </a:r>
          </a:p>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Live view</a:t>
            </a:r>
          </a:p>
        </p:txBody>
      </p:sp>
      <p:sp>
        <p:nvSpPr>
          <p:cNvPr id="14" name="text-100">
            <a:extLst xmlns:a="http://schemas.openxmlformats.org/drawingml/2006/main">
              <a:ext uri="{FF2B5EF4-FFF2-40B4-BE49-F238E27FC236}">
                <a16:creationId xmlns:a16="http://schemas.microsoft.com/office/drawing/2014/main" id="{88AB7D6A-D36F-40D5-A2D8-9777A857572E}"/>
              </a:ext>
            </a:extLst>
          </p:cNvPr>
          <p:cNvSpPr>
            <a:spLocks xmlns:a="http://schemas.openxmlformats.org/drawingml/2006/main" noGrp="1"/>
          </p:cNvSpPr>
          <p:nvPr/>
        </p:nvSpPr>
        <p:spPr>
          <a:xfrm xmlns:a="http://schemas.openxmlformats.org/drawingml/2006/main">
            <a:off x="1924050" y="38766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Your view is held here. The world carries on.</a:t>
            </a:r>
          </a:p>
        </p:txBody>
      </p:sp>
      <p:sp>
        <p:nvSpPr>
          <p:cNvPr id="15" name="text-102">
            <a:extLst xmlns:a="http://schemas.openxmlformats.org/drawingml/2006/main">
              <a:ext uri="{FF2B5EF4-FFF2-40B4-BE49-F238E27FC236}">
                <a16:creationId xmlns:a16="http://schemas.microsoft.com/office/drawing/2014/main" id="{5DECAA22-2DB7-4773-9B68-0370ED76D9D9}"/>
              </a:ext>
            </a:extLst>
          </p:cNvPr>
          <p:cNvSpPr>
            <a:spLocks xmlns:a="http://schemas.openxmlformats.org/drawingml/2006/main" noGrp="1"/>
          </p:cNvSpPr>
          <p:nvPr/>
        </p:nvSpPr>
        <p:spPr>
          <a:xfrm xmlns:a="http://schemas.openxmlformats.org/drawingml/2006/main">
            <a:off x="1924050" y="42767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293930"/>
                </a:solidFill>
                <a:latin typeface="Arial"/>
                <a:ea typeface="Arial"/>
                <a:cs typeface="Arial"/>
              </a:defRPr>
            </a:defPPr>
            <a:lvl1pPr algn="l">
              <a:defRPr sz="1275" b="0">
                <a:solidFill>
                  <a:srgbClr val="293930"/>
                </a:solidFill>
                <a:latin typeface="Arial"/>
                <a:ea typeface="Arial"/>
                <a:cs typeface="Arial"/>
              </a:defRPr>
            </a:lvl1pPr>
            <a:lvl2pPr algn="l">
              <a:defRPr sz="1275" b="0">
                <a:solidFill>
                  <a:srgbClr val="293930"/>
                </a:solidFill>
                <a:latin typeface="Arial"/>
                <a:ea typeface="Arial"/>
                <a:cs typeface="Arial"/>
              </a:defRPr>
            </a:lvl2pPr>
            <a:lvl3pPr algn="l">
              <a:defRPr sz="1275" b="0">
                <a:solidFill>
                  <a:srgbClr val="293930"/>
                </a:solidFill>
                <a:latin typeface="Arial"/>
                <a:ea typeface="Arial"/>
                <a:cs typeface="Arial"/>
              </a:defRPr>
            </a:lvl3pPr>
            <a:lvl4pPr algn="l">
              <a:defRPr sz="1275" b="0">
                <a:solidFill>
                  <a:srgbClr val="293930"/>
                </a:solidFill>
                <a:latin typeface="Arial"/>
                <a:ea typeface="Arial"/>
                <a:cs typeface="Arial"/>
              </a:defRPr>
            </a:lvl4pPr>
            <a:lvl5pPr algn="l">
              <a:defRPr sz="1275" b="0">
                <a:solidFill>
                  <a:srgbClr val="293930"/>
                </a:solidFill>
                <a:latin typeface="Arial"/>
                <a:ea typeface="Arial"/>
                <a:cs typeface="Arial"/>
              </a:defRPr>
            </a:lvl5pPr>
            <a:lvl6pPr algn="l">
              <a:defRPr sz="1275" b="0">
                <a:solidFill>
                  <a:srgbClr val="293930"/>
                </a:solidFill>
                <a:latin typeface="Arial"/>
                <a:ea typeface="Arial"/>
                <a:cs typeface="Arial"/>
              </a:defRPr>
            </a:lvl6pPr>
            <a:lvl7pPr algn="l">
              <a:defRPr sz="1275" b="0">
                <a:solidFill>
                  <a:srgbClr val="293930"/>
                </a:solidFill>
                <a:latin typeface="Arial"/>
                <a:ea typeface="Arial"/>
                <a:cs typeface="Arial"/>
              </a:defRPr>
            </a:lvl7pPr>
            <a:lvl8pPr algn="l">
              <a:defRPr sz="1275" b="0">
                <a:solidFill>
                  <a:srgbClr val="293930"/>
                </a:solidFill>
                <a:latin typeface="Arial"/>
                <a:ea typeface="Arial"/>
                <a:cs typeface="Arial"/>
              </a:defRPr>
            </a:lvl8pPr>
            <a:lvl9pPr algn="l">
              <a:defRPr sz="1275" b="0">
                <a:solidFill>
                  <a:srgbClr val="293930"/>
                </a:solidFill>
                <a:latin typeface="Arial"/>
                <a:ea typeface="Arial"/>
                <a:cs typeface="Arial"/>
              </a:defRPr>
            </a:lvl9pPr>
          </a:lstStyle>
          <a:p xmlns:a="http://schemas.openxmlformats.org/drawingml/2006/main">
            <a:pPr algn="l">
              <a:defRPr sz="1275" b="0">
                <a:solidFill>
                  <a:srgbClr val="293930"/>
                </a:solidFill>
                <a:latin typeface="Arial"/>
                <a:ea typeface="Arial"/>
                <a:cs typeface="Arial"/>
              </a:defRPr>
            </a:pPr>
            <a:r>
              <a:rPr sz="1275" b="0">
                <a:solidFill>
                  <a:srgbClr val="293930"/>
                </a:solidFill>
                <a:latin typeface="Arial"/>
                <a:ea typeface="Arial"/>
                <a:cs typeface="Arial"/>
              </a:rPr>
              <a:t>A note to remember it by (optional)</a:t>
            </a:r>
          </a:p>
        </p:txBody>
      </p:sp>
      <p:sp>
        <p:nvSpPr>
          <p:cNvPr id="16" name="shape-103">
            <a:extLst xmlns:a="http://schemas.openxmlformats.org/drawingml/2006/main">
              <a:ext uri="{FF2B5EF4-FFF2-40B4-BE49-F238E27FC236}">
                <a16:creationId xmlns:a16="http://schemas.microsoft.com/office/drawing/2014/main" id="{C1EA010C-C419-4AF4-B62D-F6D4147B722A}"/>
              </a:ext>
            </a:extLst>
          </p:cNvPr>
          <p:cNvSpPr>
            <a:spLocks xmlns:a="http://schemas.openxmlformats.org/drawingml/2006/main" noGrp="1"/>
          </p:cNvSpPr>
          <p:nvPr/>
        </p:nvSpPr>
        <p:spPr>
          <a:xfrm xmlns:a="http://schemas.openxmlformats.org/drawingml/2006/main">
            <a:off x="1924050" y="4572000"/>
            <a:ext cx="5143500" cy="571500"/>
          </a:xfrm>
          <a:prstGeom xmlns:a="http://schemas.openxmlformats.org/drawingml/2006/main" prst="roundRect">
            <a:avLst>
              <a:gd name="adj" fmla="val 8333"/>
            </a:avLst>
          </a:prstGeom>
          <a:solidFill xmlns:a="http://schemas.openxmlformats.org/drawingml/2006/main">
            <a:srgbClr val="FFFEF8"/>
          </a:solidFill>
          <a:ln xmlns:a="http://schemas.openxmlformats.org/drawingml/2006/main" w="9525">
            <a:solidFill>
              <a:srgbClr val="D3D7C9"/>
            </a:solidFill>
            <a:prstDash val="solid"/>
          </a:ln>
        </p:spPr>
      </p:sp>
      <p:sp>
        <p:nvSpPr>
          <p:cNvPr id="17" name="text-105">
            <a:extLst xmlns:a="http://schemas.openxmlformats.org/drawingml/2006/main">
              <a:ext uri="{FF2B5EF4-FFF2-40B4-BE49-F238E27FC236}">
                <a16:creationId xmlns:a16="http://schemas.microsoft.com/office/drawing/2014/main" id="{87AFDB74-63E2-49A9-A859-CD3CF38E6C92}"/>
              </a:ext>
            </a:extLst>
          </p:cNvPr>
          <p:cNvSpPr>
            <a:spLocks xmlns:a="http://schemas.openxmlformats.org/drawingml/2006/main" noGrp="1"/>
          </p:cNvSpPr>
          <p:nvPr/>
        </p:nvSpPr>
        <p:spPr>
          <a:xfrm xmlns:a="http://schemas.openxmlformats.org/drawingml/2006/main">
            <a:off x="2057400" y="4686300"/>
            <a:ext cx="4876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293930"/>
                </a:solidFill>
                <a:latin typeface="Arial"/>
                <a:ea typeface="Arial"/>
                <a:cs typeface="Arial"/>
              </a:defRPr>
            </a:defPPr>
            <a:lvl1pPr algn="l">
              <a:defRPr sz="1275" b="0">
                <a:solidFill>
                  <a:srgbClr val="293930"/>
                </a:solidFill>
                <a:latin typeface="Arial"/>
                <a:ea typeface="Arial"/>
                <a:cs typeface="Arial"/>
              </a:defRPr>
            </a:lvl1pPr>
            <a:lvl2pPr algn="l">
              <a:defRPr sz="1275" b="0">
                <a:solidFill>
                  <a:srgbClr val="293930"/>
                </a:solidFill>
                <a:latin typeface="Arial"/>
                <a:ea typeface="Arial"/>
                <a:cs typeface="Arial"/>
              </a:defRPr>
            </a:lvl2pPr>
            <a:lvl3pPr algn="l">
              <a:defRPr sz="1275" b="0">
                <a:solidFill>
                  <a:srgbClr val="293930"/>
                </a:solidFill>
                <a:latin typeface="Arial"/>
                <a:ea typeface="Arial"/>
                <a:cs typeface="Arial"/>
              </a:defRPr>
            </a:lvl3pPr>
            <a:lvl4pPr algn="l">
              <a:defRPr sz="1275" b="0">
                <a:solidFill>
                  <a:srgbClr val="293930"/>
                </a:solidFill>
                <a:latin typeface="Arial"/>
                <a:ea typeface="Arial"/>
                <a:cs typeface="Arial"/>
              </a:defRPr>
            </a:lvl4pPr>
            <a:lvl5pPr algn="l">
              <a:defRPr sz="1275" b="0">
                <a:solidFill>
                  <a:srgbClr val="293930"/>
                </a:solidFill>
                <a:latin typeface="Arial"/>
                <a:ea typeface="Arial"/>
                <a:cs typeface="Arial"/>
              </a:defRPr>
            </a:lvl5pPr>
            <a:lvl6pPr algn="l">
              <a:defRPr sz="1275" b="0">
                <a:solidFill>
                  <a:srgbClr val="293930"/>
                </a:solidFill>
                <a:latin typeface="Arial"/>
                <a:ea typeface="Arial"/>
                <a:cs typeface="Arial"/>
              </a:defRPr>
            </a:lvl6pPr>
            <a:lvl7pPr algn="l">
              <a:defRPr sz="1275" b="0">
                <a:solidFill>
                  <a:srgbClr val="293930"/>
                </a:solidFill>
                <a:latin typeface="Arial"/>
                <a:ea typeface="Arial"/>
                <a:cs typeface="Arial"/>
              </a:defRPr>
            </a:lvl7pPr>
            <a:lvl8pPr algn="l">
              <a:defRPr sz="1275" b="0">
                <a:solidFill>
                  <a:srgbClr val="293930"/>
                </a:solidFill>
                <a:latin typeface="Arial"/>
                <a:ea typeface="Arial"/>
                <a:cs typeface="Arial"/>
              </a:defRPr>
            </a:lvl8pPr>
            <a:lvl9pPr algn="l">
              <a:defRPr sz="1275" b="0">
                <a:solidFill>
                  <a:srgbClr val="293930"/>
                </a:solidFill>
                <a:latin typeface="Arial"/>
                <a:ea typeface="Arial"/>
                <a:cs typeface="Arial"/>
              </a:defRPr>
            </a:lvl9pPr>
          </a:lstStyle>
          <a:p xmlns:a="http://schemas.openxmlformats.org/drawingml/2006/main">
            <a:pPr algn="l">
              <a:defRPr sz="1275" b="0">
                <a:solidFill>
                  <a:srgbClr val="293930"/>
                </a:solidFill>
                <a:latin typeface="Arial"/>
                <a:ea typeface="Arial"/>
                <a:cs typeface="Arial"/>
              </a:defRPr>
            </a:pPr>
            <a:r>
              <a:rPr sz="1275" b="0">
                <a:solidFill>
                  <a:srgbClr val="293930"/>
                </a:solidFill>
                <a:latin typeface="Arial"/>
                <a:ea typeface="Arial"/>
                <a:cs typeface="Arial"/>
              </a:rPr>
              <a:t>Rain on the lake. A light in the window.</a:t>
            </a:r>
          </a:p>
        </p:txBody>
      </p:sp>
      <p:sp>
        <p:nvSpPr>
          <p:cNvPr id="18" name="shape-106">
            <a:extLst xmlns:a="http://schemas.openxmlformats.org/drawingml/2006/main">
              <a:ext uri="{FF2B5EF4-FFF2-40B4-BE49-F238E27FC236}">
                <a16:creationId xmlns:a16="http://schemas.microsoft.com/office/drawing/2014/main" id="{D8253AC2-ED60-45C2-8868-01DB17AACA11}"/>
              </a:ext>
            </a:extLst>
          </p:cNvPr>
          <p:cNvSpPr>
            <a:spLocks xmlns:a="http://schemas.openxmlformats.org/drawingml/2006/main" noGrp="1"/>
          </p:cNvSpPr>
          <p:nvPr/>
        </p:nvSpPr>
        <p:spPr>
          <a:xfrm xmlns:a="http://schemas.openxmlformats.org/drawingml/2006/main">
            <a:off x="5314950" y="5362575"/>
            <a:ext cx="1752600" cy="361950"/>
          </a:xfrm>
          <a:prstGeom xmlns:a="http://schemas.openxmlformats.org/drawingml/2006/main" prst="roundRect">
            <a:avLst>
              <a:gd name="adj" fmla="val 18421"/>
            </a:avLst>
          </a:prstGeom>
          <a:solidFill xmlns:a="http://schemas.openxmlformats.org/drawingml/2006/main">
            <a:srgbClr val="405840"/>
          </a:solidFill>
          <a:ln xmlns:a="http://schemas.openxmlformats.org/drawingml/2006/main" w="0">
            <a:noFill/>
            <a:prstDash val="solid"/>
          </a:ln>
        </p:spPr>
      </p:sp>
      <p:sp>
        <p:nvSpPr>
          <p:cNvPr id="19" name="text-108">
            <a:extLst xmlns:a="http://schemas.openxmlformats.org/drawingml/2006/main">
              <a:ext uri="{FF2B5EF4-FFF2-40B4-BE49-F238E27FC236}">
                <a16:creationId xmlns:a16="http://schemas.microsoft.com/office/drawing/2014/main" id="{906E519E-D3F9-433E-8B1A-0184F4F4FC68}"/>
              </a:ext>
            </a:extLst>
          </p:cNvPr>
          <p:cNvSpPr>
            <a:spLocks xmlns:a="http://schemas.openxmlformats.org/drawingml/2006/main" noGrp="1"/>
          </p:cNvSpPr>
          <p:nvPr/>
        </p:nvSpPr>
        <p:spPr>
          <a:xfrm xmlns:a="http://schemas.openxmlformats.org/drawingml/2006/main">
            <a:off x="5391150" y="53625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0">
                <a:solidFill>
                  <a:srgbClr val="F3F0E6"/>
                </a:solidFill>
                <a:latin typeface="Arial"/>
                <a:ea typeface="Arial"/>
                <a:cs typeface="Arial"/>
              </a:defRPr>
            </a:defPPr>
            <a:lvl1pPr algn="ctr">
              <a:defRPr sz="1125" b="0">
                <a:solidFill>
                  <a:srgbClr val="F3F0E6"/>
                </a:solidFill>
                <a:latin typeface="Arial"/>
                <a:ea typeface="Arial"/>
                <a:cs typeface="Arial"/>
              </a:defRPr>
            </a:lvl1pPr>
            <a:lvl2pPr algn="ctr">
              <a:defRPr sz="1125" b="0">
                <a:solidFill>
                  <a:srgbClr val="F3F0E6"/>
                </a:solidFill>
                <a:latin typeface="Arial"/>
                <a:ea typeface="Arial"/>
                <a:cs typeface="Arial"/>
              </a:defRPr>
            </a:lvl2pPr>
            <a:lvl3pPr algn="ctr">
              <a:defRPr sz="1125" b="0">
                <a:solidFill>
                  <a:srgbClr val="F3F0E6"/>
                </a:solidFill>
                <a:latin typeface="Arial"/>
                <a:ea typeface="Arial"/>
                <a:cs typeface="Arial"/>
              </a:defRPr>
            </a:lvl3pPr>
            <a:lvl4pPr algn="ctr">
              <a:defRPr sz="1125" b="0">
                <a:solidFill>
                  <a:srgbClr val="F3F0E6"/>
                </a:solidFill>
                <a:latin typeface="Arial"/>
                <a:ea typeface="Arial"/>
                <a:cs typeface="Arial"/>
              </a:defRPr>
            </a:lvl4pPr>
            <a:lvl5pPr algn="ctr">
              <a:defRPr sz="1125" b="0">
                <a:solidFill>
                  <a:srgbClr val="F3F0E6"/>
                </a:solidFill>
                <a:latin typeface="Arial"/>
                <a:ea typeface="Arial"/>
                <a:cs typeface="Arial"/>
              </a:defRPr>
            </a:lvl5pPr>
            <a:lvl6pPr algn="ctr">
              <a:defRPr sz="1125" b="0">
                <a:solidFill>
                  <a:srgbClr val="F3F0E6"/>
                </a:solidFill>
                <a:latin typeface="Arial"/>
                <a:ea typeface="Arial"/>
                <a:cs typeface="Arial"/>
              </a:defRPr>
            </a:lvl6pPr>
            <a:lvl7pPr algn="ctr">
              <a:defRPr sz="1125" b="0">
                <a:solidFill>
                  <a:srgbClr val="F3F0E6"/>
                </a:solidFill>
                <a:latin typeface="Arial"/>
                <a:ea typeface="Arial"/>
                <a:cs typeface="Arial"/>
              </a:defRPr>
            </a:lvl7pPr>
            <a:lvl8pPr algn="ctr">
              <a:defRPr sz="1125" b="0">
                <a:solidFill>
                  <a:srgbClr val="F3F0E6"/>
                </a:solidFill>
                <a:latin typeface="Arial"/>
                <a:ea typeface="Arial"/>
                <a:cs typeface="Arial"/>
              </a:defRPr>
            </a:lvl8pPr>
            <a:lvl9pPr algn="ctr">
              <a:defRPr sz="1125" b="0">
                <a:solidFill>
                  <a:srgbClr val="F3F0E6"/>
                </a:solidFill>
                <a:latin typeface="Arial"/>
                <a:ea typeface="Arial"/>
                <a:cs typeface="Arial"/>
              </a:defRPr>
            </a:lvl9pPr>
          </a:lstStyle>
          <a:p xmlns:a="http://schemas.openxmlformats.org/drawingml/2006/main">
            <a:pPr algn="ctr">
              <a:defRPr sz="1125" b="0">
                <a:solidFill>
                  <a:srgbClr val="F3F0E6"/>
                </a:solidFill>
                <a:latin typeface="Arial"/>
                <a:ea typeface="Arial"/>
                <a:cs typeface="Arial"/>
              </a:defRPr>
            </a:pPr>
            <a:r>
              <a:rPr sz="1125" b="0">
                <a:solidFill>
                  <a:srgbClr val="F3F0E6"/>
                </a:solidFill>
                <a:latin typeface="Arial"/>
                <a:ea typeface="Arial"/>
                <a:cs typeface="Arial"/>
              </a:rPr>
              <a:t>Download image</a:t>
            </a:r>
          </a:p>
        </p:txBody>
      </p:sp>
      <p:sp>
        <p:nvSpPr>
          <p:cNvPr id="20" name="text-110">
            <a:extLst xmlns:a="http://schemas.openxmlformats.org/drawingml/2006/main">
              <a:ext uri="{FF2B5EF4-FFF2-40B4-BE49-F238E27FC236}">
                <a16:creationId xmlns:a16="http://schemas.microsoft.com/office/drawing/2014/main" id="{60EE56F1-BEB2-499E-954D-B0AAA0480605}"/>
              </a:ext>
            </a:extLst>
          </p:cNvPr>
          <p:cNvSpPr>
            <a:spLocks xmlns:a="http://schemas.openxmlformats.org/drawingml/2006/main" noGrp="1"/>
          </p:cNvSpPr>
          <p:nvPr/>
        </p:nvSpPr>
        <p:spPr>
          <a:xfrm xmlns:a="http://schemas.openxmlformats.org/drawingml/2006/main">
            <a:off x="1924050" y="543877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Cancel</a:t>
            </a:r>
          </a:p>
        </p:txBody>
      </p:sp>
      <p:sp>
        <p:nvSpPr>
          <p:cNvPr id="21" name="text-112">
            <a:extLst xmlns:a="http://schemas.openxmlformats.org/drawingml/2006/main">
              <a:ext uri="{FF2B5EF4-FFF2-40B4-BE49-F238E27FC236}">
                <a16:creationId xmlns:a16="http://schemas.microsoft.com/office/drawing/2014/main" id="{C4ED2C61-1E1E-4D4A-AC3F-9F731F379255}"/>
              </a:ext>
            </a:extLst>
          </p:cNvPr>
          <p:cNvSpPr>
            <a:spLocks xmlns:a="http://schemas.openxmlformats.org/drawingml/2006/main" noGrp="1"/>
          </p:cNvSpPr>
          <p:nvPr/>
        </p:nvSpPr>
        <p:spPr>
          <a:xfrm xmlns:a="http://schemas.openxmlformats.org/drawingml/2006/main">
            <a:off x="8896350" y="16573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4705F"/>
                </a:solidFill>
                <a:latin typeface="Arial"/>
                <a:ea typeface="Arial"/>
                <a:cs typeface="Arial"/>
              </a:defRPr>
            </a:defPPr>
            <a:lvl1pPr algn="l">
              <a:defRPr sz="1050" b="1">
                <a:solidFill>
                  <a:srgbClr val="64705F"/>
                </a:solidFill>
                <a:latin typeface="Arial"/>
                <a:ea typeface="Arial"/>
                <a:cs typeface="Arial"/>
              </a:defRPr>
            </a:lvl1pPr>
            <a:lvl2pPr algn="l">
              <a:defRPr sz="1050" b="1">
                <a:solidFill>
                  <a:srgbClr val="64705F"/>
                </a:solidFill>
                <a:latin typeface="Arial"/>
                <a:ea typeface="Arial"/>
                <a:cs typeface="Arial"/>
              </a:defRPr>
            </a:lvl2pPr>
            <a:lvl3pPr algn="l">
              <a:defRPr sz="1050" b="1">
                <a:solidFill>
                  <a:srgbClr val="64705F"/>
                </a:solidFill>
                <a:latin typeface="Arial"/>
                <a:ea typeface="Arial"/>
                <a:cs typeface="Arial"/>
              </a:defRPr>
            </a:lvl3pPr>
            <a:lvl4pPr algn="l">
              <a:defRPr sz="1050" b="1">
                <a:solidFill>
                  <a:srgbClr val="64705F"/>
                </a:solidFill>
                <a:latin typeface="Arial"/>
                <a:ea typeface="Arial"/>
                <a:cs typeface="Arial"/>
              </a:defRPr>
            </a:lvl4pPr>
            <a:lvl5pPr algn="l">
              <a:defRPr sz="1050" b="1">
                <a:solidFill>
                  <a:srgbClr val="64705F"/>
                </a:solidFill>
                <a:latin typeface="Arial"/>
                <a:ea typeface="Arial"/>
                <a:cs typeface="Arial"/>
              </a:defRPr>
            </a:lvl5pPr>
            <a:lvl6pPr algn="l">
              <a:defRPr sz="1050" b="1">
                <a:solidFill>
                  <a:srgbClr val="64705F"/>
                </a:solidFill>
                <a:latin typeface="Arial"/>
                <a:ea typeface="Arial"/>
                <a:cs typeface="Arial"/>
              </a:defRPr>
            </a:lvl6pPr>
            <a:lvl7pPr algn="l">
              <a:defRPr sz="1050" b="1">
                <a:solidFill>
                  <a:srgbClr val="64705F"/>
                </a:solidFill>
                <a:latin typeface="Arial"/>
                <a:ea typeface="Arial"/>
                <a:cs typeface="Arial"/>
              </a:defRPr>
            </a:lvl7pPr>
            <a:lvl8pPr algn="l">
              <a:defRPr sz="1050" b="1">
                <a:solidFill>
                  <a:srgbClr val="64705F"/>
                </a:solidFill>
                <a:latin typeface="Arial"/>
                <a:ea typeface="Arial"/>
                <a:cs typeface="Arial"/>
              </a:defRPr>
            </a:lvl8pPr>
            <a:lvl9pPr algn="l">
              <a:defRPr sz="1050" b="1">
                <a:solidFill>
                  <a:srgbClr val="64705F"/>
                </a:solidFill>
                <a:latin typeface="Arial"/>
                <a:ea typeface="Arial"/>
                <a:cs typeface="Arial"/>
              </a:defRPr>
            </a:lvl9pPr>
          </a:lstStyle>
          <a:p xmlns:a="http://schemas.openxmlformats.org/drawingml/2006/main">
            <a:pPr algn="l">
              <a:defRPr sz="1050" b="1">
                <a:solidFill>
                  <a:srgbClr val="64705F"/>
                </a:solidFill>
                <a:latin typeface="Arial"/>
                <a:ea typeface="Arial"/>
                <a:cs typeface="Arial"/>
              </a:defRPr>
            </a:pPr>
            <a:r>
              <a:rPr sz="1050" b="1">
                <a:solidFill>
                  <a:srgbClr val="64705F"/>
                </a:solidFill>
                <a:latin typeface="Arial"/>
                <a:ea typeface="Arial"/>
                <a:cs typeface="Arial"/>
              </a:rPr>
              <a:t>RESPONSE</a:t>
            </a:r>
          </a:p>
        </p:txBody>
      </p:sp>
      <p:sp>
        <p:nvSpPr>
          <p:cNvPr id="22" name="text-114">
            <a:extLst xmlns:a="http://schemas.openxmlformats.org/drawingml/2006/main">
              <a:ext uri="{FF2B5EF4-FFF2-40B4-BE49-F238E27FC236}">
                <a16:creationId xmlns:a16="http://schemas.microsoft.com/office/drawing/2014/main" id="{F5AA4FDA-EB43-4703-A403-14B4BD78271F}"/>
              </a:ext>
            </a:extLst>
          </p:cNvPr>
          <p:cNvSpPr>
            <a:spLocks xmlns:a="http://schemas.openxmlformats.org/drawingml/2006/main" noGrp="1"/>
          </p:cNvSpPr>
          <p:nvPr/>
        </p:nvSpPr>
        <p:spPr>
          <a:xfrm xmlns:a="http://schemas.openxmlformats.org/drawingml/2006/main">
            <a:off x="8896350" y="2095500"/>
            <a:ext cx="2781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A held preview, ready to keep</a:t>
            </a:r>
          </a:p>
        </p:txBody>
      </p:sp>
      <p:sp>
        <p:nvSpPr>
          <p:cNvPr id="23" name="text-116">
            <a:extLst xmlns:a="http://schemas.openxmlformats.org/drawingml/2006/main">
              <a:ext uri="{FF2B5EF4-FFF2-40B4-BE49-F238E27FC236}">
                <a16:creationId xmlns:a16="http://schemas.microsoft.com/office/drawing/2014/main" id="{CBBB4921-9BB6-4608-9347-86D29292DB48}"/>
              </a:ext>
            </a:extLst>
          </p:cNvPr>
          <p:cNvSpPr>
            <a:spLocks xmlns:a="http://schemas.openxmlformats.org/drawingml/2006/main" noGrp="1"/>
          </p:cNvSpPr>
          <p:nvPr/>
        </p:nvSpPr>
        <p:spPr>
          <a:xfrm xmlns:a="http://schemas.openxmlformats.org/drawingml/2006/main">
            <a:off x="8896350" y="3505200"/>
            <a:ext cx="27432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93930"/>
                </a:solidFill>
                <a:latin typeface="Arial"/>
                <a:ea typeface="Arial"/>
                <a:cs typeface="Arial"/>
              </a:defRPr>
            </a:defPPr>
            <a:lvl1pPr algn="l">
              <a:defRPr sz="1500" b="0">
                <a:solidFill>
                  <a:srgbClr val="293930"/>
                </a:solidFill>
                <a:latin typeface="Arial"/>
                <a:ea typeface="Arial"/>
                <a:cs typeface="Arial"/>
              </a:defRPr>
            </a:lvl1pPr>
            <a:lvl2pPr algn="l">
              <a:defRPr sz="1500" b="0">
                <a:solidFill>
                  <a:srgbClr val="293930"/>
                </a:solidFill>
                <a:latin typeface="Arial"/>
                <a:ea typeface="Arial"/>
                <a:cs typeface="Arial"/>
              </a:defRPr>
            </a:lvl2pPr>
            <a:lvl3pPr algn="l">
              <a:defRPr sz="1500" b="0">
                <a:solidFill>
                  <a:srgbClr val="293930"/>
                </a:solidFill>
                <a:latin typeface="Arial"/>
                <a:ea typeface="Arial"/>
                <a:cs typeface="Arial"/>
              </a:defRPr>
            </a:lvl3pPr>
            <a:lvl4pPr algn="l">
              <a:defRPr sz="1500" b="0">
                <a:solidFill>
                  <a:srgbClr val="293930"/>
                </a:solidFill>
                <a:latin typeface="Arial"/>
                <a:ea typeface="Arial"/>
                <a:cs typeface="Arial"/>
              </a:defRPr>
            </a:lvl4pPr>
            <a:lvl5pPr algn="l">
              <a:defRPr sz="1500" b="0">
                <a:solidFill>
                  <a:srgbClr val="293930"/>
                </a:solidFill>
                <a:latin typeface="Arial"/>
                <a:ea typeface="Arial"/>
                <a:cs typeface="Arial"/>
              </a:defRPr>
            </a:lvl5pPr>
            <a:lvl6pPr algn="l">
              <a:defRPr sz="1500" b="0">
                <a:solidFill>
                  <a:srgbClr val="293930"/>
                </a:solidFill>
                <a:latin typeface="Arial"/>
                <a:ea typeface="Arial"/>
                <a:cs typeface="Arial"/>
              </a:defRPr>
            </a:lvl6pPr>
            <a:lvl7pPr algn="l">
              <a:defRPr sz="1500" b="0">
                <a:solidFill>
                  <a:srgbClr val="293930"/>
                </a:solidFill>
                <a:latin typeface="Arial"/>
                <a:ea typeface="Arial"/>
                <a:cs typeface="Arial"/>
              </a:defRPr>
            </a:lvl7pPr>
            <a:lvl8pPr algn="l">
              <a:defRPr sz="1500" b="0">
                <a:solidFill>
                  <a:srgbClr val="293930"/>
                </a:solidFill>
                <a:latin typeface="Arial"/>
                <a:ea typeface="Arial"/>
                <a:cs typeface="Arial"/>
              </a:defRPr>
            </a:lvl8pPr>
            <a:lvl9pPr algn="l">
              <a:defRPr sz="1500" b="0">
                <a:solidFill>
                  <a:srgbClr val="293930"/>
                </a:solidFill>
                <a:latin typeface="Arial"/>
                <a:ea typeface="Arial"/>
                <a:cs typeface="Arial"/>
              </a:defRPr>
            </a:lvl9pPr>
          </a:lstStyle>
          <a:p xmlns:a="http://schemas.openxmlformats.org/drawingml/2006/main">
            <a:pPr algn="l">
              <a:defRPr sz="1500" b="0">
                <a:solidFill>
                  <a:srgbClr val="293930"/>
                </a:solidFill>
                <a:latin typeface="Arial"/>
                <a:ea typeface="Arial"/>
                <a:cs typeface="Arial"/>
              </a:defRPr>
            </a:pPr>
            <a:r>
              <a:rPr sz="1500" b="0">
                <a:solidFill>
                  <a:srgbClr val="293930"/>
                </a:solidFill>
                <a:latin typeface="Arial"/>
                <a:ea typeface="Arial"/>
                <a:cs typeface="Arial"/>
              </a:rPr>
              <a:t>The visitor can add a short note or leave the field empty. Download image is the only primary action.</a:t>
            </a:r>
          </a:p>
        </p:txBody>
      </p:sp>
      <p:sp>
        <p:nvSpPr>
          <p:cNvPr id="24" name="shape-117">
            <a:extLst xmlns:a="http://schemas.openxmlformats.org/drawingml/2006/main">
              <a:ext uri="{FF2B5EF4-FFF2-40B4-BE49-F238E27FC236}">
                <a16:creationId xmlns:a16="http://schemas.microsoft.com/office/drawing/2014/main" id="{64B214FB-7BD3-4FC6-B696-75C1405C4531}"/>
              </a:ext>
            </a:extLst>
          </p:cNvPr>
          <p:cNvSpPr>
            <a:spLocks xmlns:a="http://schemas.openxmlformats.org/drawingml/2006/main" noGrp="1"/>
          </p:cNvSpPr>
          <p:nvPr/>
        </p:nvSpPr>
        <p:spPr>
          <a:xfrm xmlns:a="http://schemas.openxmlformats.org/drawingml/2006/main">
            <a:off x="8896350" y="5067300"/>
            <a:ext cx="27241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25" name="text-119">
            <a:extLst xmlns:a="http://schemas.openxmlformats.org/drawingml/2006/main">
              <a:ext uri="{FF2B5EF4-FFF2-40B4-BE49-F238E27FC236}">
                <a16:creationId xmlns:a16="http://schemas.microsoft.com/office/drawing/2014/main" id="{8B297C3E-1C53-42B6-BC02-2D16A5F858AD}"/>
              </a:ext>
            </a:extLst>
          </p:cNvPr>
          <p:cNvSpPr>
            <a:spLocks xmlns:a="http://schemas.openxmlformats.org/drawingml/2006/main" noGrp="1"/>
          </p:cNvSpPr>
          <p:nvPr/>
        </p:nvSpPr>
        <p:spPr>
          <a:xfrm xmlns:a="http://schemas.openxmlformats.org/drawingml/2006/main">
            <a:off x="8896350" y="52387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Closing the dialog returns to the previous viewing mode. A note never changes field notes or world history.</a:t>
            </a:r>
          </a:p>
        </p:txBody>
      </p:sp>
    </p:spTree>
    <p:extLst>
      <p:ext uri="{BB962C8B-B14F-4D97-AF65-F5344CB8AC3E}">
        <p14:creationId xmlns:p14="http://schemas.microsoft.com/office/powerpoint/2010/main" val="36695965"/>
      </p:ext>
    </p:extLst>
  </p:cSld>
</p:sld>
</file>

<file path=ppt/slides/slide5.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16" name="text-121">
            <a:extLst xmlns:a="http://schemas.openxmlformats.org/drawingml/2006/main">
              <a:ext uri="{FF2B5EF4-FFF2-40B4-BE49-F238E27FC236}">
                <a16:creationId xmlns:a16="http://schemas.microsoft.com/office/drawing/2014/main" id="{5EA75623-A3AB-4AAD-8DFD-5CEC87D6C665}"/>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03  A small keepsake leaves the page</a:t>
            </a:r>
          </a:p>
        </p:txBody>
      </p:sp>
      <p:sp>
        <p:nvSpPr>
          <p:cNvPr id="2" name="text-123">
            <a:extLst xmlns:a="http://schemas.openxmlformats.org/drawingml/2006/main">
              <a:ext uri="{FF2B5EF4-FFF2-40B4-BE49-F238E27FC236}">
                <a16:creationId xmlns:a16="http://schemas.microsoft.com/office/drawing/2014/main" id="{B90ADA6A-0E0B-40C3-A25D-01E5D3EF70B1}"/>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One PNG with a clean painting and a quiet caption beneath it</a:t>
            </a:r>
          </a:p>
        </p:txBody>
      </p:sp>
      <p:sp>
        <p:nvSpPr>
          <p:cNvPr id="3" name="shape-124">
            <a:extLst xmlns:a="http://schemas.openxmlformats.org/drawingml/2006/main">
              <a:ext uri="{FF2B5EF4-FFF2-40B4-BE49-F238E27FC236}">
                <a16:creationId xmlns:a16="http://schemas.microsoft.com/office/drawing/2014/main" id="{0E2B4742-D7B5-45F6-92BE-C98F6161772C}"/>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126">
            <a:extLst xmlns:a="http://schemas.openxmlformats.org/drawingml/2006/main">
              <a:ext uri="{FF2B5EF4-FFF2-40B4-BE49-F238E27FC236}">
                <a16:creationId xmlns:a16="http://schemas.microsoft.com/office/drawing/2014/main" id="{7789FC86-A989-4383-BD9E-9CB28A79972E}"/>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128">
            <a:extLst xmlns:a="http://schemas.openxmlformats.org/drawingml/2006/main">
              <a:ext uri="{FF2B5EF4-FFF2-40B4-BE49-F238E27FC236}">
                <a16:creationId xmlns:a16="http://schemas.microsoft.com/office/drawing/2014/main" id="{A261BE96-1B5C-4BFA-A8A4-B7C82B2DBE1F}"/>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05</a:t>
            </a:r>
          </a:p>
        </p:txBody>
      </p:sp>
      <p:sp>
        <p:nvSpPr>
          <p:cNvPr id="6" name="shape-129">
            <a:extLst xmlns:a="http://schemas.openxmlformats.org/drawingml/2006/main">
              <a:ext uri="{FF2B5EF4-FFF2-40B4-BE49-F238E27FC236}">
                <a16:creationId xmlns:a16="http://schemas.microsoft.com/office/drawing/2014/main" id="{6FB0A618-29B0-46AC-A059-2A9ED5F2EA93}"/>
              </a:ext>
            </a:extLst>
          </p:cNvPr>
          <p:cNvSpPr>
            <a:spLocks xmlns:a="http://schemas.openxmlformats.org/drawingml/2006/main" noGrp="1"/>
          </p:cNvSpPr>
          <p:nvPr/>
        </p:nvSpPr>
        <p:spPr>
          <a:xfrm xmlns:a="http://schemas.openxmlformats.org/drawingml/2006/main">
            <a:off x="1257300" y="1600200"/>
            <a:ext cx="6496050" cy="4667250"/>
          </a:xfrm>
          <a:prstGeom xmlns:a="http://schemas.openxmlformats.org/drawingml/2006/main" prst="rect">
            <a:avLst/>
          </a:prstGeom>
          <a:solidFill xmlns:a="http://schemas.openxmlformats.org/drawingml/2006/main">
            <a:srgbClr val="FFFEF8"/>
          </a:solidFill>
          <a:ln xmlns:a="http://schemas.openxmlformats.org/drawingml/2006/main" w="9525">
            <a:solidFill>
              <a:srgbClr val="D3D7C9"/>
            </a:solidFill>
            <a:prstDash val="solid"/>
          </a:ln>
        </p:spPr>
      </p:sp>
      <p:pic>
        <p:nvPicPr>
          <p:cNvPr id="7" name="">
            <a:extLst xmlns:a="http://schemas.openxmlformats.org/drawingml/2006/main">
              <a:ext uri="{FF2B5EF4-FFF2-40B4-BE49-F238E27FC236}">
                <a16:creationId xmlns:a16="http://schemas.microsoft.com/office/drawing/2014/main" id="{E509ACE2-3EF3-4B29-8B82-8806397D2B5B}"/>
              </a:ext>
            </a:extLst>
          </p:cNvPr>
          <p:cNvPicPr>
            <a:picLocks xmlns:a="http://schemas.openxmlformats.org/drawingml/2006/main" noChangeAspect="1"/>
          </p:cNvPicPr>
          <p:nvPr/>
        </p:nvPicPr>
        <p:blipFill>
          <a:blip xmlns:r="http://schemas.openxmlformats.org/officeDocument/2006/relationships" xmlns:a="http://schemas.openxmlformats.org/drawingml/2006/main" r:embed="R485eb24bc8164a78"/>
          <a:srcRect xmlns:a="http://schemas.openxmlformats.org/drawingml/2006/main" l="7" t="0" r="7" b="0"/>
          <a:stretch xmlns:a="http://schemas.openxmlformats.org/drawingml/2006/main">
            <a:fillRect l="0" t="0" r="0" b="0"/>
          </a:stretch>
        </p:blipFill>
        <p:spPr>
          <a:xfrm xmlns:a="http://schemas.openxmlformats.org/drawingml/2006/main">
            <a:off x="1409700" y="1752600"/>
            <a:ext cx="6191250" cy="3486150"/>
          </a:xfrm>
          <a:prstGeom xmlns:a="http://schemas.openxmlformats.org/drawingml/2006/main" prst="rect">
            <a:avLst/>
          </a:prstGeom>
        </p:spPr>
      </p:pic>
      <p:sp>
        <p:nvSpPr>
          <p:cNvPr id="8" name="text-131">
            <a:extLst xmlns:a="http://schemas.openxmlformats.org/drawingml/2006/main">
              <a:ext uri="{FF2B5EF4-FFF2-40B4-BE49-F238E27FC236}">
                <a16:creationId xmlns:a16="http://schemas.microsoft.com/office/drawing/2014/main" id="{F908B6F7-B9CA-46A3-B56C-198A218B7144}"/>
              </a:ext>
            </a:extLst>
          </p:cNvPr>
          <p:cNvSpPr>
            <a:spLocks xmlns:a="http://schemas.openxmlformats.org/drawingml/2006/main" noGrp="1"/>
          </p:cNvSpPr>
          <p:nvPr/>
        </p:nvSpPr>
        <p:spPr>
          <a:xfrm xmlns:a="http://schemas.openxmlformats.org/drawingml/2006/main">
            <a:off x="1466850" y="5362575"/>
            <a:ext cx="598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93930"/>
                </a:solidFill>
                <a:latin typeface="Georgia"/>
                <a:ea typeface="Georgia"/>
                <a:cs typeface="Georgia"/>
              </a:defRPr>
            </a:defPPr>
            <a:lvl1pPr algn="l">
              <a:defRPr sz="1950" b="0">
                <a:solidFill>
                  <a:srgbClr val="293930"/>
                </a:solidFill>
                <a:latin typeface="Georgia"/>
                <a:ea typeface="Georgia"/>
                <a:cs typeface="Georgia"/>
              </a:defRPr>
            </a:lvl1pPr>
            <a:lvl2pPr algn="l">
              <a:defRPr sz="1950" b="0">
                <a:solidFill>
                  <a:srgbClr val="293930"/>
                </a:solidFill>
                <a:latin typeface="Georgia"/>
                <a:ea typeface="Georgia"/>
                <a:cs typeface="Georgia"/>
              </a:defRPr>
            </a:lvl2pPr>
            <a:lvl3pPr algn="l">
              <a:defRPr sz="1950" b="0">
                <a:solidFill>
                  <a:srgbClr val="293930"/>
                </a:solidFill>
                <a:latin typeface="Georgia"/>
                <a:ea typeface="Georgia"/>
                <a:cs typeface="Georgia"/>
              </a:defRPr>
            </a:lvl3pPr>
            <a:lvl4pPr algn="l">
              <a:defRPr sz="1950" b="0">
                <a:solidFill>
                  <a:srgbClr val="293930"/>
                </a:solidFill>
                <a:latin typeface="Georgia"/>
                <a:ea typeface="Georgia"/>
                <a:cs typeface="Georgia"/>
              </a:defRPr>
            </a:lvl4pPr>
            <a:lvl5pPr algn="l">
              <a:defRPr sz="1950" b="0">
                <a:solidFill>
                  <a:srgbClr val="293930"/>
                </a:solidFill>
                <a:latin typeface="Georgia"/>
                <a:ea typeface="Georgia"/>
                <a:cs typeface="Georgia"/>
              </a:defRPr>
            </a:lvl5pPr>
            <a:lvl6pPr algn="l">
              <a:defRPr sz="1950" b="0">
                <a:solidFill>
                  <a:srgbClr val="293930"/>
                </a:solidFill>
                <a:latin typeface="Georgia"/>
                <a:ea typeface="Georgia"/>
                <a:cs typeface="Georgia"/>
              </a:defRPr>
            </a:lvl6pPr>
            <a:lvl7pPr algn="l">
              <a:defRPr sz="1950" b="0">
                <a:solidFill>
                  <a:srgbClr val="293930"/>
                </a:solidFill>
                <a:latin typeface="Georgia"/>
                <a:ea typeface="Georgia"/>
                <a:cs typeface="Georgia"/>
              </a:defRPr>
            </a:lvl7pPr>
            <a:lvl8pPr algn="l">
              <a:defRPr sz="1950" b="0">
                <a:solidFill>
                  <a:srgbClr val="293930"/>
                </a:solidFill>
                <a:latin typeface="Georgia"/>
                <a:ea typeface="Georgia"/>
                <a:cs typeface="Georgia"/>
              </a:defRPr>
            </a:lvl8pPr>
            <a:lvl9pPr algn="l">
              <a:defRPr sz="1950" b="0">
                <a:solidFill>
                  <a:srgbClr val="293930"/>
                </a:solidFill>
                <a:latin typeface="Georgia"/>
                <a:ea typeface="Georgia"/>
                <a:cs typeface="Georgia"/>
              </a:defRPr>
            </a:lvl9pPr>
          </a:lstStyle>
          <a:p xmlns:a="http://schemas.openxmlformats.org/drawingml/2006/main">
            <a:pPr algn="l">
              <a:defRPr sz="1950" b="0">
                <a:solidFill>
                  <a:srgbClr val="293930"/>
                </a:solidFill>
                <a:latin typeface="Georgia"/>
                <a:ea typeface="Georgia"/>
                <a:cs typeface="Georgia"/>
              </a:defRPr>
            </a:pPr>
            <a:r>
              <a:rPr sz="1950" b="0">
                <a:solidFill>
                  <a:srgbClr val="293930"/>
                </a:solidFill>
                <a:latin typeface="Georgia"/>
                <a:ea typeface="Georgia"/>
                <a:cs typeface="Georgia"/>
              </a:rPr>
              <a:t>The Lakeside Cottage</a:t>
            </a:r>
          </a:p>
        </p:txBody>
      </p:sp>
      <p:sp>
        <p:nvSpPr>
          <p:cNvPr id="9" name="text-133">
            <a:extLst xmlns:a="http://schemas.openxmlformats.org/drawingml/2006/main">
              <a:ext uri="{FF2B5EF4-FFF2-40B4-BE49-F238E27FC236}">
                <a16:creationId xmlns:a16="http://schemas.microsoft.com/office/drawing/2014/main" id="{A76DE259-56B3-4345-AE01-21AB28E61CB4}"/>
              </a:ext>
            </a:extLst>
          </p:cNvPr>
          <p:cNvSpPr>
            <a:spLocks xmlns:a="http://schemas.openxmlformats.org/drawingml/2006/main" noGrp="1"/>
          </p:cNvSpPr>
          <p:nvPr/>
        </p:nvSpPr>
        <p:spPr>
          <a:xfrm xmlns:a="http://schemas.openxmlformats.org/drawingml/2006/main">
            <a:off x="1466850" y="5734050"/>
            <a:ext cx="5981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4705F"/>
                </a:solidFill>
                <a:latin typeface="Arial"/>
                <a:ea typeface="Arial"/>
                <a:cs typeface="Arial"/>
              </a:defRPr>
            </a:defPPr>
            <a:lvl1pPr algn="l">
              <a:defRPr sz="1050" b="0">
                <a:solidFill>
                  <a:srgbClr val="64705F"/>
                </a:solidFill>
                <a:latin typeface="Arial"/>
                <a:ea typeface="Arial"/>
                <a:cs typeface="Arial"/>
              </a:defRPr>
            </a:lvl1pPr>
            <a:lvl2pPr algn="l">
              <a:defRPr sz="1050" b="0">
                <a:solidFill>
                  <a:srgbClr val="64705F"/>
                </a:solidFill>
                <a:latin typeface="Arial"/>
                <a:ea typeface="Arial"/>
                <a:cs typeface="Arial"/>
              </a:defRPr>
            </a:lvl2pPr>
            <a:lvl3pPr algn="l">
              <a:defRPr sz="1050" b="0">
                <a:solidFill>
                  <a:srgbClr val="64705F"/>
                </a:solidFill>
                <a:latin typeface="Arial"/>
                <a:ea typeface="Arial"/>
                <a:cs typeface="Arial"/>
              </a:defRPr>
            </a:lvl3pPr>
            <a:lvl4pPr algn="l">
              <a:defRPr sz="1050" b="0">
                <a:solidFill>
                  <a:srgbClr val="64705F"/>
                </a:solidFill>
                <a:latin typeface="Arial"/>
                <a:ea typeface="Arial"/>
                <a:cs typeface="Arial"/>
              </a:defRPr>
            </a:lvl4pPr>
            <a:lvl5pPr algn="l">
              <a:defRPr sz="1050" b="0">
                <a:solidFill>
                  <a:srgbClr val="64705F"/>
                </a:solidFill>
                <a:latin typeface="Arial"/>
                <a:ea typeface="Arial"/>
                <a:cs typeface="Arial"/>
              </a:defRPr>
            </a:lvl5pPr>
            <a:lvl6pPr algn="l">
              <a:defRPr sz="1050" b="0">
                <a:solidFill>
                  <a:srgbClr val="64705F"/>
                </a:solidFill>
                <a:latin typeface="Arial"/>
                <a:ea typeface="Arial"/>
                <a:cs typeface="Arial"/>
              </a:defRPr>
            </a:lvl6pPr>
            <a:lvl7pPr algn="l">
              <a:defRPr sz="1050" b="0">
                <a:solidFill>
                  <a:srgbClr val="64705F"/>
                </a:solidFill>
                <a:latin typeface="Arial"/>
                <a:ea typeface="Arial"/>
                <a:cs typeface="Arial"/>
              </a:defRPr>
            </a:lvl7pPr>
            <a:lvl8pPr algn="l">
              <a:defRPr sz="1050" b="0">
                <a:solidFill>
                  <a:srgbClr val="64705F"/>
                </a:solidFill>
                <a:latin typeface="Arial"/>
                <a:ea typeface="Arial"/>
                <a:cs typeface="Arial"/>
              </a:defRPr>
            </a:lvl8pPr>
            <a:lvl9pPr algn="l">
              <a:defRPr sz="1050" b="0">
                <a:solidFill>
                  <a:srgbClr val="64705F"/>
                </a:solidFill>
                <a:latin typeface="Arial"/>
                <a:ea typeface="Arial"/>
                <a:cs typeface="Arial"/>
              </a:defRPr>
            </a:lvl9pPr>
          </a:lstStyle>
          <a:p xmlns:a="http://schemas.openxmlformats.org/drawingml/2006/main">
            <a:pPr algn="l">
              <a:defRPr sz="1050" b="0">
                <a:solidFill>
                  <a:srgbClr val="64705F"/>
                </a:solidFill>
                <a:latin typeface="Arial"/>
                <a:ea typeface="Arial"/>
                <a:cs typeface="Arial"/>
              </a:defRPr>
            </a:pPr>
            <a:r>
              <a:rPr sz="1050" b="0">
                <a:solidFill>
                  <a:srgbClr val="64705F"/>
                </a:solidFill>
                <a:latin typeface="Arial"/>
                <a:ea typeface="Arial"/>
                <a:cs typeface="Arial"/>
              </a:rPr>
              <a:t>Stillwater Valley   /   Year 2, Day 135, 19:15   /   Live view</a:t>
            </a:r>
          </a:p>
        </p:txBody>
      </p:sp>
      <p:sp>
        <p:nvSpPr>
          <p:cNvPr id="10" name="text-135">
            <a:extLst xmlns:a="http://schemas.openxmlformats.org/drawingml/2006/main">
              <a:ext uri="{FF2B5EF4-FFF2-40B4-BE49-F238E27FC236}">
                <a16:creationId xmlns:a16="http://schemas.microsoft.com/office/drawing/2014/main" id="{D9B78E18-6488-455E-9920-E5825AAE2A84}"/>
              </a:ext>
            </a:extLst>
          </p:cNvPr>
          <p:cNvSpPr>
            <a:spLocks xmlns:a="http://schemas.openxmlformats.org/drawingml/2006/main" noGrp="1"/>
          </p:cNvSpPr>
          <p:nvPr/>
        </p:nvSpPr>
        <p:spPr>
          <a:xfrm xmlns:a="http://schemas.openxmlformats.org/drawingml/2006/main">
            <a:off x="1466850" y="6000750"/>
            <a:ext cx="598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293930"/>
                </a:solidFill>
                <a:latin typeface="Georgia"/>
                <a:ea typeface="Georgia"/>
                <a:cs typeface="Georgia"/>
              </a:defRPr>
            </a:defPPr>
            <a:lvl1pPr algn="l">
              <a:defRPr sz="1275" b="0">
                <a:solidFill>
                  <a:srgbClr val="293930"/>
                </a:solidFill>
                <a:latin typeface="Georgia"/>
                <a:ea typeface="Georgia"/>
                <a:cs typeface="Georgia"/>
              </a:defRPr>
            </a:lvl1pPr>
            <a:lvl2pPr algn="l">
              <a:defRPr sz="1275" b="0">
                <a:solidFill>
                  <a:srgbClr val="293930"/>
                </a:solidFill>
                <a:latin typeface="Georgia"/>
                <a:ea typeface="Georgia"/>
                <a:cs typeface="Georgia"/>
              </a:defRPr>
            </a:lvl2pPr>
            <a:lvl3pPr algn="l">
              <a:defRPr sz="1275" b="0">
                <a:solidFill>
                  <a:srgbClr val="293930"/>
                </a:solidFill>
                <a:latin typeface="Georgia"/>
                <a:ea typeface="Georgia"/>
                <a:cs typeface="Georgia"/>
              </a:defRPr>
            </a:lvl3pPr>
            <a:lvl4pPr algn="l">
              <a:defRPr sz="1275" b="0">
                <a:solidFill>
                  <a:srgbClr val="293930"/>
                </a:solidFill>
                <a:latin typeface="Georgia"/>
                <a:ea typeface="Georgia"/>
                <a:cs typeface="Georgia"/>
              </a:defRPr>
            </a:lvl4pPr>
            <a:lvl5pPr algn="l">
              <a:defRPr sz="1275" b="0">
                <a:solidFill>
                  <a:srgbClr val="293930"/>
                </a:solidFill>
                <a:latin typeface="Georgia"/>
                <a:ea typeface="Georgia"/>
                <a:cs typeface="Georgia"/>
              </a:defRPr>
            </a:lvl5pPr>
            <a:lvl6pPr algn="l">
              <a:defRPr sz="1275" b="0">
                <a:solidFill>
                  <a:srgbClr val="293930"/>
                </a:solidFill>
                <a:latin typeface="Georgia"/>
                <a:ea typeface="Georgia"/>
                <a:cs typeface="Georgia"/>
              </a:defRPr>
            </a:lvl6pPr>
            <a:lvl7pPr algn="l">
              <a:defRPr sz="1275" b="0">
                <a:solidFill>
                  <a:srgbClr val="293930"/>
                </a:solidFill>
                <a:latin typeface="Georgia"/>
                <a:ea typeface="Georgia"/>
                <a:cs typeface="Georgia"/>
              </a:defRPr>
            </a:lvl7pPr>
            <a:lvl8pPr algn="l">
              <a:defRPr sz="1275" b="0">
                <a:solidFill>
                  <a:srgbClr val="293930"/>
                </a:solidFill>
                <a:latin typeface="Georgia"/>
                <a:ea typeface="Georgia"/>
                <a:cs typeface="Georgia"/>
              </a:defRPr>
            </a:lvl8pPr>
            <a:lvl9pPr algn="l">
              <a:defRPr sz="1275" b="0">
                <a:solidFill>
                  <a:srgbClr val="293930"/>
                </a:solidFill>
                <a:latin typeface="Georgia"/>
                <a:ea typeface="Georgia"/>
                <a:cs typeface="Georgia"/>
              </a:defRPr>
            </a:lvl9pPr>
          </a:lstStyle>
          <a:p xmlns:a="http://schemas.openxmlformats.org/drawingml/2006/main">
            <a:pPr algn="l">
              <a:defRPr sz="1275" b="0">
                <a:solidFill>
                  <a:srgbClr val="293930"/>
                </a:solidFill>
                <a:latin typeface="Georgia"/>
                <a:ea typeface="Georgia"/>
                <a:cs typeface="Georgia"/>
              </a:defRPr>
            </a:pPr>
            <a:r>
              <a:rPr sz="1275" b="0">
                <a:solidFill>
                  <a:srgbClr val="293930"/>
                </a:solidFill>
                <a:latin typeface="Georgia"/>
                <a:ea typeface="Georgia"/>
                <a:cs typeface="Georgia"/>
              </a:rPr>
              <a:t>Rain on the lake. A light in the window.</a:t>
            </a:r>
          </a:p>
        </p:txBody>
      </p:sp>
      <p:sp>
        <p:nvSpPr>
          <p:cNvPr id="11" name="text-137">
            <a:extLst xmlns:a="http://schemas.openxmlformats.org/drawingml/2006/main">
              <a:ext uri="{FF2B5EF4-FFF2-40B4-BE49-F238E27FC236}">
                <a16:creationId xmlns:a16="http://schemas.microsoft.com/office/drawing/2014/main" id="{F6761874-CC14-47F0-BAEB-59BAAC88D6DC}"/>
              </a:ext>
            </a:extLst>
          </p:cNvPr>
          <p:cNvSpPr>
            <a:spLocks xmlns:a="http://schemas.openxmlformats.org/drawingml/2006/main" noGrp="1"/>
          </p:cNvSpPr>
          <p:nvPr/>
        </p:nvSpPr>
        <p:spPr>
          <a:xfrm xmlns:a="http://schemas.openxmlformats.org/drawingml/2006/main">
            <a:off x="8896350" y="16573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4705F"/>
                </a:solidFill>
                <a:latin typeface="Arial"/>
                <a:ea typeface="Arial"/>
                <a:cs typeface="Arial"/>
              </a:defRPr>
            </a:defPPr>
            <a:lvl1pPr algn="l">
              <a:defRPr sz="1050" b="1">
                <a:solidFill>
                  <a:srgbClr val="64705F"/>
                </a:solidFill>
                <a:latin typeface="Arial"/>
                <a:ea typeface="Arial"/>
                <a:cs typeface="Arial"/>
              </a:defRPr>
            </a:lvl1pPr>
            <a:lvl2pPr algn="l">
              <a:defRPr sz="1050" b="1">
                <a:solidFill>
                  <a:srgbClr val="64705F"/>
                </a:solidFill>
                <a:latin typeface="Arial"/>
                <a:ea typeface="Arial"/>
                <a:cs typeface="Arial"/>
              </a:defRPr>
            </a:lvl2pPr>
            <a:lvl3pPr algn="l">
              <a:defRPr sz="1050" b="1">
                <a:solidFill>
                  <a:srgbClr val="64705F"/>
                </a:solidFill>
                <a:latin typeface="Arial"/>
                <a:ea typeface="Arial"/>
                <a:cs typeface="Arial"/>
              </a:defRPr>
            </a:lvl3pPr>
            <a:lvl4pPr algn="l">
              <a:defRPr sz="1050" b="1">
                <a:solidFill>
                  <a:srgbClr val="64705F"/>
                </a:solidFill>
                <a:latin typeface="Arial"/>
                <a:ea typeface="Arial"/>
                <a:cs typeface="Arial"/>
              </a:defRPr>
            </a:lvl4pPr>
            <a:lvl5pPr algn="l">
              <a:defRPr sz="1050" b="1">
                <a:solidFill>
                  <a:srgbClr val="64705F"/>
                </a:solidFill>
                <a:latin typeface="Arial"/>
                <a:ea typeface="Arial"/>
                <a:cs typeface="Arial"/>
              </a:defRPr>
            </a:lvl5pPr>
            <a:lvl6pPr algn="l">
              <a:defRPr sz="1050" b="1">
                <a:solidFill>
                  <a:srgbClr val="64705F"/>
                </a:solidFill>
                <a:latin typeface="Arial"/>
                <a:ea typeface="Arial"/>
                <a:cs typeface="Arial"/>
              </a:defRPr>
            </a:lvl6pPr>
            <a:lvl7pPr algn="l">
              <a:defRPr sz="1050" b="1">
                <a:solidFill>
                  <a:srgbClr val="64705F"/>
                </a:solidFill>
                <a:latin typeface="Arial"/>
                <a:ea typeface="Arial"/>
                <a:cs typeface="Arial"/>
              </a:defRPr>
            </a:lvl7pPr>
            <a:lvl8pPr algn="l">
              <a:defRPr sz="1050" b="1">
                <a:solidFill>
                  <a:srgbClr val="64705F"/>
                </a:solidFill>
                <a:latin typeface="Arial"/>
                <a:ea typeface="Arial"/>
                <a:cs typeface="Arial"/>
              </a:defRPr>
            </a:lvl8pPr>
            <a:lvl9pPr algn="l">
              <a:defRPr sz="1050" b="1">
                <a:solidFill>
                  <a:srgbClr val="64705F"/>
                </a:solidFill>
                <a:latin typeface="Arial"/>
                <a:ea typeface="Arial"/>
                <a:cs typeface="Arial"/>
              </a:defRPr>
            </a:lvl9pPr>
          </a:lstStyle>
          <a:p xmlns:a="http://schemas.openxmlformats.org/drawingml/2006/main">
            <a:pPr algn="l">
              <a:defRPr sz="1050" b="1">
                <a:solidFill>
                  <a:srgbClr val="64705F"/>
                </a:solidFill>
                <a:latin typeface="Arial"/>
                <a:ea typeface="Arial"/>
                <a:cs typeface="Arial"/>
              </a:defRPr>
            </a:pPr>
            <a:r>
              <a:rPr sz="1050" b="1">
                <a:solidFill>
                  <a:srgbClr val="64705F"/>
                </a:solidFill>
                <a:latin typeface="Arial"/>
                <a:ea typeface="Arial"/>
                <a:cs typeface="Arial"/>
              </a:rPr>
              <a:t>RESULT</a:t>
            </a:r>
          </a:p>
        </p:txBody>
      </p:sp>
      <p:sp>
        <p:nvSpPr>
          <p:cNvPr id="12" name="text-139">
            <a:extLst xmlns:a="http://schemas.openxmlformats.org/drawingml/2006/main">
              <a:ext uri="{FF2B5EF4-FFF2-40B4-BE49-F238E27FC236}">
                <a16:creationId xmlns:a16="http://schemas.microsoft.com/office/drawing/2014/main" id="{1F2AE0C8-5A11-426E-B657-D270B4827B3F}"/>
              </a:ext>
            </a:extLst>
          </p:cNvPr>
          <p:cNvSpPr>
            <a:spLocks xmlns:a="http://schemas.openxmlformats.org/drawingml/2006/main" noGrp="1"/>
          </p:cNvSpPr>
          <p:nvPr/>
        </p:nvSpPr>
        <p:spPr>
          <a:xfrm xmlns:a="http://schemas.openxmlformats.org/drawingml/2006/main">
            <a:off x="8896350" y="2095500"/>
            <a:ext cx="2781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The picture matches the preview</a:t>
            </a:r>
          </a:p>
        </p:txBody>
      </p:sp>
      <p:sp>
        <p:nvSpPr>
          <p:cNvPr id="13" name="text-141">
            <a:extLst xmlns:a="http://schemas.openxmlformats.org/drawingml/2006/main">
              <a:ext uri="{FF2B5EF4-FFF2-40B4-BE49-F238E27FC236}">
                <a16:creationId xmlns:a16="http://schemas.microsoft.com/office/drawing/2014/main" id="{2B4E18B0-3F87-4737-A1A0-12E041BC220C}"/>
              </a:ext>
            </a:extLst>
          </p:cNvPr>
          <p:cNvSpPr>
            <a:spLocks xmlns:a="http://schemas.openxmlformats.org/drawingml/2006/main" noGrp="1"/>
          </p:cNvSpPr>
          <p:nvPr/>
        </p:nvSpPr>
        <p:spPr>
          <a:xfrm xmlns:a="http://schemas.openxmlformats.org/drawingml/2006/main">
            <a:off x="8896350" y="3505200"/>
            <a:ext cx="27432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93930"/>
                </a:solidFill>
                <a:latin typeface="Arial"/>
                <a:ea typeface="Arial"/>
                <a:cs typeface="Arial"/>
              </a:defRPr>
            </a:defPPr>
            <a:lvl1pPr algn="l">
              <a:defRPr sz="1500" b="0">
                <a:solidFill>
                  <a:srgbClr val="293930"/>
                </a:solidFill>
                <a:latin typeface="Arial"/>
                <a:ea typeface="Arial"/>
                <a:cs typeface="Arial"/>
              </a:defRPr>
            </a:lvl1pPr>
            <a:lvl2pPr algn="l">
              <a:defRPr sz="1500" b="0">
                <a:solidFill>
                  <a:srgbClr val="293930"/>
                </a:solidFill>
                <a:latin typeface="Arial"/>
                <a:ea typeface="Arial"/>
                <a:cs typeface="Arial"/>
              </a:defRPr>
            </a:lvl2pPr>
            <a:lvl3pPr algn="l">
              <a:defRPr sz="1500" b="0">
                <a:solidFill>
                  <a:srgbClr val="293930"/>
                </a:solidFill>
                <a:latin typeface="Arial"/>
                <a:ea typeface="Arial"/>
                <a:cs typeface="Arial"/>
              </a:defRPr>
            </a:lvl3pPr>
            <a:lvl4pPr algn="l">
              <a:defRPr sz="1500" b="0">
                <a:solidFill>
                  <a:srgbClr val="293930"/>
                </a:solidFill>
                <a:latin typeface="Arial"/>
                <a:ea typeface="Arial"/>
                <a:cs typeface="Arial"/>
              </a:defRPr>
            </a:lvl4pPr>
            <a:lvl5pPr algn="l">
              <a:defRPr sz="1500" b="0">
                <a:solidFill>
                  <a:srgbClr val="293930"/>
                </a:solidFill>
                <a:latin typeface="Arial"/>
                <a:ea typeface="Arial"/>
                <a:cs typeface="Arial"/>
              </a:defRPr>
            </a:lvl5pPr>
            <a:lvl6pPr algn="l">
              <a:defRPr sz="1500" b="0">
                <a:solidFill>
                  <a:srgbClr val="293930"/>
                </a:solidFill>
                <a:latin typeface="Arial"/>
                <a:ea typeface="Arial"/>
                <a:cs typeface="Arial"/>
              </a:defRPr>
            </a:lvl6pPr>
            <a:lvl7pPr algn="l">
              <a:defRPr sz="1500" b="0">
                <a:solidFill>
                  <a:srgbClr val="293930"/>
                </a:solidFill>
                <a:latin typeface="Arial"/>
                <a:ea typeface="Arial"/>
                <a:cs typeface="Arial"/>
              </a:defRPr>
            </a:lvl7pPr>
            <a:lvl8pPr algn="l">
              <a:defRPr sz="1500" b="0">
                <a:solidFill>
                  <a:srgbClr val="293930"/>
                </a:solidFill>
                <a:latin typeface="Arial"/>
                <a:ea typeface="Arial"/>
                <a:cs typeface="Arial"/>
              </a:defRPr>
            </a:lvl8pPr>
            <a:lvl9pPr algn="l">
              <a:defRPr sz="1500" b="0">
                <a:solidFill>
                  <a:srgbClr val="293930"/>
                </a:solidFill>
                <a:latin typeface="Arial"/>
                <a:ea typeface="Arial"/>
                <a:cs typeface="Arial"/>
              </a:defRPr>
            </a:lvl9pPr>
          </a:lstStyle>
          <a:p xmlns:a="http://schemas.openxmlformats.org/drawingml/2006/main">
            <a:pPr algn="l">
              <a:defRPr sz="1500" b="0">
                <a:solidFill>
                  <a:srgbClr val="293930"/>
                </a:solidFill>
                <a:latin typeface="Arial"/>
                <a:ea typeface="Arial"/>
                <a:cs typeface="Arial"/>
              </a:defRPr>
            </a:pPr>
            <a:r>
              <a:rPr sz="1500" b="0">
                <a:solidFill>
                  <a:srgbClr val="293930"/>
                </a:solidFill>
                <a:latin typeface="Arial"/>
                <a:ea typeface="Arial"/>
                <a:cs typeface="Arial"/>
              </a:rPr>
              <a:t>The image keeps the visitor’s framing. The caption records the place, world date, view mode, and optional note.</a:t>
            </a:r>
          </a:p>
        </p:txBody>
      </p:sp>
      <p:sp>
        <p:nvSpPr>
          <p:cNvPr id="14" name="shape-142">
            <a:extLst xmlns:a="http://schemas.openxmlformats.org/drawingml/2006/main">
              <a:ext uri="{FF2B5EF4-FFF2-40B4-BE49-F238E27FC236}">
                <a16:creationId xmlns:a16="http://schemas.microsoft.com/office/drawing/2014/main" id="{0C9BD1C5-BF08-416B-8112-C21935D80251}"/>
              </a:ext>
            </a:extLst>
          </p:cNvPr>
          <p:cNvSpPr>
            <a:spLocks xmlns:a="http://schemas.openxmlformats.org/drawingml/2006/main" noGrp="1"/>
          </p:cNvSpPr>
          <p:nvPr/>
        </p:nvSpPr>
        <p:spPr>
          <a:xfrm xmlns:a="http://schemas.openxmlformats.org/drawingml/2006/main">
            <a:off x="8896350" y="5067300"/>
            <a:ext cx="27241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15" name="text-144">
            <a:extLst xmlns:a="http://schemas.openxmlformats.org/drawingml/2006/main">
              <a:ext uri="{FF2B5EF4-FFF2-40B4-BE49-F238E27FC236}">
                <a16:creationId xmlns:a16="http://schemas.microsoft.com/office/drawing/2014/main" id="{DBB50C25-F13A-49D5-8A7E-20D5C4320B30}"/>
              </a:ext>
            </a:extLst>
          </p:cNvPr>
          <p:cNvSpPr>
            <a:spLocks xmlns:a="http://schemas.openxmlformats.org/drawingml/2006/main" noGrp="1"/>
          </p:cNvSpPr>
          <p:nvPr/>
        </p:nvSpPr>
        <p:spPr>
          <a:xfrm xmlns:a="http://schemas.openxmlformats.org/drawingml/2006/main">
            <a:off x="8896350" y="52387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Controls and dialogs stay out of the image. The caption sits outside the painted area.</a:t>
            </a:r>
          </a:p>
        </p:txBody>
      </p:sp>
    </p:spTree>
    <p:extLst>
      <p:ext uri="{BB962C8B-B14F-4D97-AF65-F5344CB8AC3E}">
        <p14:creationId xmlns:p14="http://schemas.microsoft.com/office/powerpoint/2010/main" val="2146477735"/>
      </p:ext>
    </p:extLst>
  </p:cSld>
</p:sld>
</file>

<file path=ppt/slides/slide6.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35" name="text-146">
            <a:extLst xmlns:a="http://schemas.openxmlformats.org/drawingml/2006/main">
              <a:ext uri="{FF2B5EF4-FFF2-40B4-BE49-F238E27FC236}">
                <a16:creationId xmlns:a16="http://schemas.microsoft.com/office/drawing/2014/main" id="{94CE93B3-9659-4DCB-A8E7-953BC2369069}"/>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04  The visit continues</a:t>
            </a:r>
          </a:p>
        </p:txBody>
      </p:sp>
      <p:sp>
        <p:nvSpPr>
          <p:cNvPr id="2" name="text-148">
            <a:extLst xmlns:a="http://schemas.openxmlformats.org/drawingml/2006/main">
              <a:ext uri="{FF2B5EF4-FFF2-40B4-BE49-F238E27FC236}">
                <a16:creationId xmlns:a16="http://schemas.microsoft.com/office/drawing/2014/main" id="{6C464B78-5A3E-474A-95AF-1BC74E70FEF3}"/>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A brief acknowledgement, then the painting fills the attention again</a:t>
            </a:r>
          </a:p>
        </p:txBody>
      </p:sp>
      <p:sp>
        <p:nvSpPr>
          <p:cNvPr id="3" name="shape-149">
            <a:extLst xmlns:a="http://schemas.openxmlformats.org/drawingml/2006/main">
              <a:ext uri="{FF2B5EF4-FFF2-40B4-BE49-F238E27FC236}">
                <a16:creationId xmlns:a16="http://schemas.microsoft.com/office/drawing/2014/main" id="{048AB3B5-594D-4C57-AB8E-7831AAD65A9D}"/>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151">
            <a:extLst xmlns:a="http://schemas.openxmlformats.org/drawingml/2006/main">
              <a:ext uri="{FF2B5EF4-FFF2-40B4-BE49-F238E27FC236}">
                <a16:creationId xmlns:a16="http://schemas.microsoft.com/office/drawing/2014/main" id="{5A1A65BF-0BC3-4E81-B2E1-8E4AB2F1CCC1}"/>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153">
            <a:extLst xmlns:a="http://schemas.openxmlformats.org/drawingml/2006/main">
              <a:ext uri="{FF2B5EF4-FFF2-40B4-BE49-F238E27FC236}">
                <a16:creationId xmlns:a16="http://schemas.microsoft.com/office/drawing/2014/main" id="{35643F81-31FB-49DE-802A-335AE727E974}"/>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06</a:t>
            </a:r>
          </a:p>
        </p:txBody>
      </p:sp>
      <p:pic>
        <p:nvPicPr>
          <p:cNvPr id="6" name="">
            <a:extLst xmlns:a="http://schemas.openxmlformats.org/drawingml/2006/main">
              <a:ext uri="{FF2B5EF4-FFF2-40B4-BE49-F238E27FC236}">
                <a16:creationId xmlns:a16="http://schemas.microsoft.com/office/drawing/2014/main" id="{A0E769D0-C5F3-4272-8BF4-955D218AA3CE}"/>
              </a:ext>
            </a:extLst>
          </p:cNvPr>
          <p:cNvPicPr>
            <a:picLocks xmlns:a="http://schemas.openxmlformats.org/drawingml/2006/main" noChangeAspect="1"/>
          </p:cNvPicPr>
          <p:nvPr/>
        </p:nvPicPr>
        <p:blipFill>
          <a:blip xmlns:r="http://schemas.openxmlformats.org/officeDocument/2006/relationships" xmlns:a="http://schemas.openxmlformats.org/drawingml/2006/main" r:embed="Rd139653c889f4ad6"/>
          <a:srcRect xmlns:a="http://schemas.openxmlformats.org/drawingml/2006/main" l="0" t="57" r="0" b="57"/>
          <a:stretch xmlns:a="http://schemas.openxmlformats.org/drawingml/2006/main">
            <a:fillRect l="0" t="0" r="0" b="0"/>
          </a:stretch>
        </p:blipFill>
        <p:spPr>
          <a:xfrm xmlns:a="http://schemas.openxmlformats.org/drawingml/2006/main">
            <a:off x="457200" y="1562100"/>
            <a:ext cx="8096250" cy="4552950"/>
          </a:xfrm>
          <a:prstGeom xmlns:a="http://schemas.openxmlformats.org/drawingml/2006/main" prst="rect">
            <a:avLst/>
          </a:prstGeom>
        </p:spPr>
      </p:pic>
      <p:sp>
        <p:nvSpPr>
          <p:cNvPr id="7" name="shape-154">
            <a:extLst xmlns:a="http://schemas.openxmlformats.org/drawingml/2006/main">
              <a:ext uri="{FF2B5EF4-FFF2-40B4-BE49-F238E27FC236}">
                <a16:creationId xmlns:a16="http://schemas.microsoft.com/office/drawing/2014/main" id="{E7E6AD95-4C60-43FB-88E1-2CBCA0CB2AE8}"/>
              </a:ext>
            </a:extLst>
          </p:cNvPr>
          <p:cNvSpPr>
            <a:spLocks xmlns:a="http://schemas.openxmlformats.org/drawingml/2006/main" noGrp="1"/>
          </p:cNvSpPr>
          <p:nvPr/>
        </p:nvSpPr>
        <p:spPr>
          <a:xfrm xmlns:a="http://schemas.openxmlformats.org/drawingml/2006/main">
            <a:off x="457200" y="1562100"/>
            <a:ext cx="8096250" cy="1000125"/>
          </a:xfrm>
          <a:prstGeom xmlns:a="http://schemas.openxmlformats.org/drawingml/2006/main" prst="rect">
            <a:avLst/>
          </a:prstGeom>
          <a:gradFill xmlns:a="http://schemas.openxmlformats.org/drawingml/2006/main">
            <a:gsLst>
              <a:gs pos="0">
                <a:srgbClr val="14221A">
                  <a:alpha val="54000"/>
                </a:srgbClr>
              </a:gs>
              <a:gs pos="100000">
                <a:srgbClr val="14221A">
                  <a:alpha val="0"/>
                </a:srgbClr>
              </a:gs>
            </a:gsLst>
            <a:lin ang="5400000"/>
          </a:gradFill>
          <a:ln xmlns:a="http://schemas.openxmlformats.org/drawingml/2006/main" w="0">
            <a:noFill/>
            <a:prstDash val="solid"/>
          </a:ln>
        </p:spPr>
      </p:sp>
      <p:sp>
        <p:nvSpPr>
          <p:cNvPr id="8" name="shape-155">
            <a:extLst xmlns:a="http://schemas.openxmlformats.org/drawingml/2006/main">
              <a:ext uri="{FF2B5EF4-FFF2-40B4-BE49-F238E27FC236}">
                <a16:creationId xmlns:a16="http://schemas.microsoft.com/office/drawing/2014/main" id="{E9D6F49A-0BC2-4E06-BFC9-DEEF568E15F9}"/>
              </a:ext>
            </a:extLst>
          </p:cNvPr>
          <p:cNvSpPr>
            <a:spLocks xmlns:a="http://schemas.openxmlformats.org/drawingml/2006/main" noGrp="1"/>
          </p:cNvSpPr>
          <p:nvPr/>
        </p:nvSpPr>
        <p:spPr>
          <a:xfrm xmlns:a="http://schemas.openxmlformats.org/drawingml/2006/main">
            <a:off x="457200" y="4705350"/>
            <a:ext cx="8096250" cy="1409700"/>
          </a:xfrm>
          <a:prstGeom xmlns:a="http://schemas.openxmlformats.org/drawingml/2006/main" prst="rect">
            <a:avLst/>
          </a:prstGeom>
          <a:gradFill xmlns:a="http://schemas.openxmlformats.org/drawingml/2006/main">
            <a:gsLst>
              <a:gs pos="0">
                <a:srgbClr val="14221A">
                  <a:alpha val="0"/>
                </a:srgbClr>
              </a:gs>
              <a:gs pos="100000">
                <a:srgbClr val="14221A">
                  <a:alpha val="78000"/>
                </a:srgbClr>
              </a:gs>
            </a:gsLst>
            <a:lin ang="5400000"/>
          </a:gradFill>
          <a:ln xmlns:a="http://schemas.openxmlformats.org/drawingml/2006/main" w="0">
            <a:noFill/>
            <a:prstDash val="solid"/>
          </a:ln>
        </p:spPr>
      </p:sp>
      <p:sp>
        <p:nvSpPr>
          <p:cNvPr id="9" name="text-157">
            <a:extLst xmlns:a="http://schemas.openxmlformats.org/drawingml/2006/main">
              <a:ext uri="{FF2B5EF4-FFF2-40B4-BE49-F238E27FC236}">
                <a16:creationId xmlns:a16="http://schemas.microsoft.com/office/drawing/2014/main" id="{4D399A7C-7FAF-487E-93CC-EE2FB6C435FD}"/>
              </a:ext>
            </a:extLst>
          </p:cNvPr>
          <p:cNvSpPr>
            <a:spLocks xmlns:a="http://schemas.openxmlformats.org/drawingml/2006/main" noGrp="1"/>
          </p:cNvSpPr>
          <p:nvPr/>
        </p:nvSpPr>
        <p:spPr>
          <a:xfrm xmlns:a="http://schemas.openxmlformats.org/drawingml/2006/main">
            <a:off x="685800" y="1733550"/>
            <a:ext cx="1666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3F0E6"/>
                </a:solidFill>
                <a:latin typeface="Georgia"/>
                <a:ea typeface="Georgia"/>
                <a:cs typeface="Georgia"/>
              </a:defRPr>
            </a:defPPr>
            <a:lvl1pPr algn="l">
              <a:defRPr sz="2025" b="0">
                <a:solidFill>
                  <a:srgbClr val="F3F0E6"/>
                </a:solidFill>
                <a:latin typeface="Georgia"/>
                <a:ea typeface="Georgia"/>
                <a:cs typeface="Georgia"/>
              </a:defRPr>
            </a:lvl1pPr>
            <a:lvl2pPr algn="l">
              <a:defRPr sz="2025" b="0">
                <a:solidFill>
                  <a:srgbClr val="F3F0E6"/>
                </a:solidFill>
                <a:latin typeface="Georgia"/>
                <a:ea typeface="Georgia"/>
                <a:cs typeface="Georgia"/>
              </a:defRPr>
            </a:lvl2pPr>
            <a:lvl3pPr algn="l">
              <a:defRPr sz="2025" b="0">
                <a:solidFill>
                  <a:srgbClr val="F3F0E6"/>
                </a:solidFill>
                <a:latin typeface="Georgia"/>
                <a:ea typeface="Georgia"/>
                <a:cs typeface="Georgia"/>
              </a:defRPr>
            </a:lvl3pPr>
            <a:lvl4pPr algn="l">
              <a:defRPr sz="2025" b="0">
                <a:solidFill>
                  <a:srgbClr val="F3F0E6"/>
                </a:solidFill>
                <a:latin typeface="Georgia"/>
                <a:ea typeface="Georgia"/>
                <a:cs typeface="Georgia"/>
              </a:defRPr>
            </a:lvl4pPr>
            <a:lvl5pPr algn="l">
              <a:defRPr sz="2025" b="0">
                <a:solidFill>
                  <a:srgbClr val="F3F0E6"/>
                </a:solidFill>
                <a:latin typeface="Georgia"/>
                <a:ea typeface="Georgia"/>
                <a:cs typeface="Georgia"/>
              </a:defRPr>
            </a:lvl5pPr>
            <a:lvl6pPr algn="l">
              <a:defRPr sz="2025" b="0">
                <a:solidFill>
                  <a:srgbClr val="F3F0E6"/>
                </a:solidFill>
                <a:latin typeface="Georgia"/>
                <a:ea typeface="Georgia"/>
                <a:cs typeface="Georgia"/>
              </a:defRPr>
            </a:lvl6pPr>
            <a:lvl7pPr algn="l">
              <a:defRPr sz="2025" b="0">
                <a:solidFill>
                  <a:srgbClr val="F3F0E6"/>
                </a:solidFill>
                <a:latin typeface="Georgia"/>
                <a:ea typeface="Georgia"/>
                <a:cs typeface="Georgia"/>
              </a:defRPr>
            </a:lvl7pPr>
            <a:lvl8pPr algn="l">
              <a:defRPr sz="2025" b="0">
                <a:solidFill>
                  <a:srgbClr val="F3F0E6"/>
                </a:solidFill>
                <a:latin typeface="Georgia"/>
                <a:ea typeface="Georgia"/>
                <a:cs typeface="Georgia"/>
              </a:defRPr>
            </a:lvl8pPr>
            <a:lvl9pPr algn="l">
              <a:defRPr sz="2025" b="0">
                <a:solidFill>
                  <a:srgbClr val="F3F0E6"/>
                </a:solidFill>
                <a:latin typeface="Georgia"/>
                <a:ea typeface="Georgia"/>
                <a:cs typeface="Georgia"/>
              </a:defRPr>
            </a:lvl9pPr>
          </a:lstStyle>
          <a:p xmlns:a="http://schemas.openxmlformats.org/drawingml/2006/main">
            <a:pPr algn="l">
              <a:defRPr sz="2025" b="0">
                <a:solidFill>
                  <a:srgbClr val="F3F0E6"/>
                </a:solidFill>
                <a:latin typeface="Georgia"/>
                <a:ea typeface="Georgia"/>
                <a:cs typeface="Georgia"/>
              </a:defRPr>
            </a:pPr>
            <a:r>
              <a:rPr sz="2025" b="0">
                <a:solidFill>
                  <a:srgbClr val="F3F0E6"/>
                </a:solidFill>
                <a:latin typeface="Georgia"/>
                <a:ea typeface="Georgia"/>
                <a:cs typeface="Georgia"/>
              </a:rPr>
              <a:t>a view.</a:t>
            </a:r>
          </a:p>
        </p:txBody>
      </p:sp>
      <p:sp>
        <p:nvSpPr>
          <p:cNvPr id="10" name="text-159">
            <a:extLst xmlns:a="http://schemas.openxmlformats.org/drawingml/2006/main">
              <a:ext uri="{FF2B5EF4-FFF2-40B4-BE49-F238E27FC236}">
                <a16:creationId xmlns:a16="http://schemas.microsoft.com/office/drawing/2014/main" id="{2347D46C-FBCC-4027-99A0-7D70708AD9B8}"/>
              </a:ext>
            </a:extLst>
          </p:cNvPr>
          <p:cNvSpPr>
            <a:spLocks xmlns:a="http://schemas.openxmlformats.org/drawingml/2006/main" noGrp="1"/>
          </p:cNvSpPr>
          <p:nvPr/>
        </p:nvSpPr>
        <p:spPr>
          <a:xfrm xmlns:a="http://schemas.openxmlformats.org/drawingml/2006/main">
            <a:off x="685800" y="218122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3F0E6"/>
                </a:solidFill>
                <a:latin typeface="Arial"/>
                <a:ea typeface="Arial"/>
                <a:cs typeface="Arial"/>
              </a:defRPr>
            </a:defPPr>
            <a:lvl1pPr algn="l">
              <a:defRPr sz="750" b="0">
                <a:solidFill>
                  <a:srgbClr val="F3F0E6"/>
                </a:solidFill>
                <a:latin typeface="Arial"/>
                <a:ea typeface="Arial"/>
                <a:cs typeface="Arial"/>
              </a:defRPr>
            </a:lvl1pPr>
            <a:lvl2pPr algn="l">
              <a:defRPr sz="750" b="0">
                <a:solidFill>
                  <a:srgbClr val="F3F0E6"/>
                </a:solidFill>
                <a:latin typeface="Arial"/>
                <a:ea typeface="Arial"/>
                <a:cs typeface="Arial"/>
              </a:defRPr>
            </a:lvl2pPr>
            <a:lvl3pPr algn="l">
              <a:defRPr sz="750" b="0">
                <a:solidFill>
                  <a:srgbClr val="F3F0E6"/>
                </a:solidFill>
                <a:latin typeface="Arial"/>
                <a:ea typeface="Arial"/>
                <a:cs typeface="Arial"/>
              </a:defRPr>
            </a:lvl3pPr>
            <a:lvl4pPr algn="l">
              <a:defRPr sz="750" b="0">
                <a:solidFill>
                  <a:srgbClr val="F3F0E6"/>
                </a:solidFill>
                <a:latin typeface="Arial"/>
                <a:ea typeface="Arial"/>
                <a:cs typeface="Arial"/>
              </a:defRPr>
            </a:lvl4pPr>
            <a:lvl5pPr algn="l">
              <a:defRPr sz="750" b="0">
                <a:solidFill>
                  <a:srgbClr val="F3F0E6"/>
                </a:solidFill>
                <a:latin typeface="Arial"/>
                <a:ea typeface="Arial"/>
                <a:cs typeface="Arial"/>
              </a:defRPr>
            </a:lvl5pPr>
            <a:lvl6pPr algn="l">
              <a:defRPr sz="750" b="0">
                <a:solidFill>
                  <a:srgbClr val="F3F0E6"/>
                </a:solidFill>
                <a:latin typeface="Arial"/>
                <a:ea typeface="Arial"/>
                <a:cs typeface="Arial"/>
              </a:defRPr>
            </a:lvl6pPr>
            <a:lvl7pPr algn="l">
              <a:defRPr sz="750" b="0">
                <a:solidFill>
                  <a:srgbClr val="F3F0E6"/>
                </a:solidFill>
                <a:latin typeface="Arial"/>
                <a:ea typeface="Arial"/>
                <a:cs typeface="Arial"/>
              </a:defRPr>
            </a:lvl7pPr>
            <a:lvl8pPr algn="l">
              <a:defRPr sz="750" b="0">
                <a:solidFill>
                  <a:srgbClr val="F3F0E6"/>
                </a:solidFill>
                <a:latin typeface="Arial"/>
                <a:ea typeface="Arial"/>
                <a:cs typeface="Arial"/>
              </a:defRPr>
            </a:lvl8pPr>
            <a:lvl9pPr algn="l">
              <a:defRPr sz="750" b="0">
                <a:solidFill>
                  <a:srgbClr val="F3F0E6"/>
                </a:solidFill>
                <a:latin typeface="Arial"/>
                <a:ea typeface="Arial"/>
                <a:cs typeface="Arial"/>
              </a:defRPr>
            </a:lvl9pPr>
          </a:lstStyle>
          <a:p xmlns:a="http://schemas.openxmlformats.org/drawingml/2006/main">
            <a:pPr algn="l">
              <a:defRPr sz="750" b="0">
                <a:solidFill>
                  <a:srgbClr val="F3F0E6"/>
                </a:solidFill>
                <a:latin typeface="Arial"/>
                <a:ea typeface="Arial"/>
                <a:cs typeface="Arial"/>
              </a:defRPr>
            </a:pPr>
            <a:r>
              <a:rPr sz="750" b="0">
                <a:solidFill>
                  <a:srgbClr val="F3F0E6"/>
                </a:solidFill>
                <a:latin typeface="Arial"/>
                <a:ea typeface="Arial"/>
                <a:cs typeface="Arial"/>
              </a:rPr>
              <a:t>A SHARED, LIVING WORLD</a:t>
            </a:r>
          </a:p>
        </p:txBody>
      </p:sp>
      <p:sp>
        <p:nvSpPr>
          <p:cNvPr id="11" name="text-161">
            <a:extLst xmlns:a="http://schemas.openxmlformats.org/drawingml/2006/main">
              <a:ext uri="{FF2B5EF4-FFF2-40B4-BE49-F238E27FC236}">
                <a16:creationId xmlns:a16="http://schemas.microsoft.com/office/drawing/2014/main" id="{B6A5D567-A6EA-40BA-9CA5-FC7B650A1197}"/>
              </a:ext>
            </a:extLst>
          </p:cNvPr>
          <p:cNvSpPr>
            <a:spLocks xmlns:a="http://schemas.openxmlformats.org/drawingml/2006/main" noGrp="1"/>
          </p:cNvSpPr>
          <p:nvPr/>
        </p:nvSpPr>
        <p:spPr>
          <a:xfrm xmlns:a="http://schemas.openxmlformats.org/drawingml/2006/main">
            <a:off x="7181850" y="17907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F3F0E6"/>
                </a:solidFill>
                <a:latin typeface="Arial"/>
                <a:ea typeface="Arial"/>
                <a:cs typeface="Arial"/>
              </a:defRPr>
            </a:defPPr>
            <a:lvl1pPr algn="l">
              <a:defRPr sz="975" b="0">
                <a:solidFill>
                  <a:srgbClr val="F3F0E6"/>
                </a:solidFill>
                <a:latin typeface="Arial"/>
                <a:ea typeface="Arial"/>
                <a:cs typeface="Arial"/>
              </a:defRPr>
            </a:lvl1pPr>
            <a:lvl2pPr algn="l">
              <a:defRPr sz="975" b="0">
                <a:solidFill>
                  <a:srgbClr val="F3F0E6"/>
                </a:solidFill>
                <a:latin typeface="Arial"/>
                <a:ea typeface="Arial"/>
                <a:cs typeface="Arial"/>
              </a:defRPr>
            </a:lvl2pPr>
            <a:lvl3pPr algn="l">
              <a:defRPr sz="975" b="0">
                <a:solidFill>
                  <a:srgbClr val="F3F0E6"/>
                </a:solidFill>
                <a:latin typeface="Arial"/>
                <a:ea typeface="Arial"/>
                <a:cs typeface="Arial"/>
              </a:defRPr>
            </a:lvl3pPr>
            <a:lvl4pPr algn="l">
              <a:defRPr sz="975" b="0">
                <a:solidFill>
                  <a:srgbClr val="F3F0E6"/>
                </a:solidFill>
                <a:latin typeface="Arial"/>
                <a:ea typeface="Arial"/>
                <a:cs typeface="Arial"/>
              </a:defRPr>
            </a:lvl4pPr>
            <a:lvl5pPr algn="l">
              <a:defRPr sz="975" b="0">
                <a:solidFill>
                  <a:srgbClr val="F3F0E6"/>
                </a:solidFill>
                <a:latin typeface="Arial"/>
                <a:ea typeface="Arial"/>
                <a:cs typeface="Arial"/>
              </a:defRPr>
            </a:lvl5pPr>
            <a:lvl6pPr algn="l">
              <a:defRPr sz="975" b="0">
                <a:solidFill>
                  <a:srgbClr val="F3F0E6"/>
                </a:solidFill>
                <a:latin typeface="Arial"/>
                <a:ea typeface="Arial"/>
                <a:cs typeface="Arial"/>
              </a:defRPr>
            </a:lvl6pPr>
            <a:lvl7pPr algn="l">
              <a:defRPr sz="975" b="0">
                <a:solidFill>
                  <a:srgbClr val="F3F0E6"/>
                </a:solidFill>
                <a:latin typeface="Arial"/>
                <a:ea typeface="Arial"/>
                <a:cs typeface="Arial"/>
              </a:defRPr>
            </a:lvl7pPr>
            <a:lvl8pPr algn="l">
              <a:defRPr sz="975" b="0">
                <a:solidFill>
                  <a:srgbClr val="F3F0E6"/>
                </a:solidFill>
                <a:latin typeface="Arial"/>
                <a:ea typeface="Arial"/>
                <a:cs typeface="Arial"/>
              </a:defRPr>
            </a:lvl8pPr>
            <a:lvl9pPr algn="l">
              <a:defRPr sz="975" b="0">
                <a:solidFill>
                  <a:srgbClr val="F3F0E6"/>
                </a:solidFill>
                <a:latin typeface="Arial"/>
                <a:ea typeface="Arial"/>
                <a:cs typeface="Arial"/>
              </a:defRPr>
            </a:lvl9pPr>
          </a:lstStyle>
          <a:p xmlns:a="http://schemas.openxmlformats.org/drawingml/2006/main">
            <a:pPr algn="l">
              <a:defRPr sz="975" b="0">
                <a:solidFill>
                  <a:srgbClr val="F3F0E6"/>
                </a:solidFill>
                <a:latin typeface="Arial"/>
                <a:ea typeface="Arial"/>
                <a:cs typeface="Arial"/>
              </a:defRPr>
            </a:pPr>
            <a:r>
              <a:rPr sz="975" b="0">
                <a:solidFill>
                  <a:srgbClr val="F3F0E6"/>
                </a:solidFill>
                <a:latin typeface="Arial"/>
                <a:ea typeface="Arial"/>
                <a:cs typeface="Arial"/>
              </a:rPr>
              <a:t>Other places</a:t>
            </a:r>
          </a:p>
        </p:txBody>
      </p:sp>
      <p:sp>
        <p:nvSpPr>
          <p:cNvPr id="12" name="text-163">
            <a:extLst xmlns:a="http://schemas.openxmlformats.org/drawingml/2006/main">
              <a:ext uri="{FF2B5EF4-FFF2-40B4-BE49-F238E27FC236}">
                <a16:creationId xmlns:a16="http://schemas.microsoft.com/office/drawing/2014/main" id="{56B2F7A3-D121-4705-AECE-A059412A182F}"/>
              </a:ext>
            </a:extLst>
          </p:cNvPr>
          <p:cNvSpPr>
            <a:spLocks xmlns:a="http://schemas.openxmlformats.org/drawingml/2006/main" noGrp="1"/>
          </p:cNvSpPr>
          <p:nvPr/>
        </p:nvSpPr>
        <p:spPr>
          <a:xfrm xmlns:a="http://schemas.openxmlformats.org/drawingml/2006/main">
            <a:off x="685800" y="50673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3F0E6"/>
                </a:solidFill>
                <a:latin typeface="Arial"/>
                <a:ea typeface="Arial"/>
                <a:cs typeface="Arial"/>
              </a:defRPr>
            </a:defPPr>
            <a:lvl1pPr algn="l">
              <a:defRPr sz="750" b="0">
                <a:solidFill>
                  <a:srgbClr val="F3F0E6"/>
                </a:solidFill>
                <a:latin typeface="Arial"/>
                <a:ea typeface="Arial"/>
                <a:cs typeface="Arial"/>
              </a:defRPr>
            </a:lvl1pPr>
            <a:lvl2pPr algn="l">
              <a:defRPr sz="750" b="0">
                <a:solidFill>
                  <a:srgbClr val="F3F0E6"/>
                </a:solidFill>
                <a:latin typeface="Arial"/>
                <a:ea typeface="Arial"/>
                <a:cs typeface="Arial"/>
              </a:defRPr>
            </a:lvl2pPr>
            <a:lvl3pPr algn="l">
              <a:defRPr sz="750" b="0">
                <a:solidFill>
                  <a:srgbClr val="F3F0E6"/>
                </a:solidFill>
                <a:latin typeface="Arial"/>
                <a:ea typeface="Arial"/>
                <a:cs typeface="Arial"/>
              </a:defRPr>
            </a:lvl3pPr>
            <a:lvl4pPr algn="l">
              <a:defRPr sz="750" b="0">
                <a:solidFill>
                  <a:srgbClr val="F3F0E6"/>
                </a:solidFill>
                <a:latin typeface="Arial"/>
                <a:ea typeface="Arial"/>
                <a:cs typeface="Arial"/>
              </a:defRPr>
            </a:lvl4pPr>
            <a:lvl5pPr algn="l">
              <a:defRPr sz="750" b="0">
                <a:solidFill>
                  <a:srgbClr val="F3F0E6"/>
                </a:solidFill>
                <a:latin typeface="Arial"/>
                <a:ea typeface="Arial"/>
                <a:cs typeface="Arial"/>
              </a:defRPr>
            </a:lvl5pPr>
            <a:lvl6pPr algn="l">
              <a:defRPr sz="750" b="0">
                <a:solidFill>
                  <a:srgbClr val="F3F0E6"/>
                </a:solidFill>
                <a:latin typeface="Arial"/>
                <a:ea typeface="Arial"/>
                <a:cs typeface="Arial"/>
              </a:defRPr>
            </a:lvl6pPr>
            <a:lvl7pPr algn="l">
              <a:defRPr sz="750" b="0">
                <a:solidFill>
                  <a:srgbClr val="F3F0E6"/>
                </a:solidFill>
                <a:latin typeface="Arial"/>
                <a:ea typeface="Arial"/>
                <a:cs typeface="Arial"/>
              </a:defRPr>
            </a:lvl7pPr>
            <a:lvl8pPr algn="l">
              <a:defRPr sz="750" b="0">
                <a:solidFill>
                  <a:srgbClr val="F3F0E6"/>
                </a:solidFill>
                <a:latin typeface="Arial"/>
                <a:ea typeface="Arial"/>
                <a:cs typeface="Arial"/>
              </a:defRPr>
            </a:lvl8pPr>
            <a:lvl9pPr algn="l">
              <a:defRPr sz="750" b="0">
                <a:solidFill>
                  <a:srgbClr val="F3F0E6"/>
                </a:solidFill>
                <a:latin typeface="Arial"/>
                <a:ea typeface="Arial"/>
                <a:cs typeface="Arial"/>
              </a:defRPr>
            </a:lvl9pPr>
          </a:lstStyle>
          <a:p xmlns:a="http://schemas.openxmlformats.org/drawingml/2006/main">
            <a:pPr algn="l">
              <a:defRPr sz="750" b="0">
                <a:solidFill>
                  <a:srgbClr val="F3F0E6"/>
                </a:solidFill>
                <a:latin typeface="Arial"/>
                <a:ea typeface="Arial"/>
                <a:cs typeface="Arial"/>
              </a:defRPr>
            </a:pPr>
            <a:r>
              <a:rPr sz="750" b="0">
                <a:solidFill>
                  <a:srgbClr val="F3F0E6"/>
                </a:solidFill>
                <a:latin typeface="Arial"/>
                <a:ea typeface="Arial"/>
                <a:cs typeface="Arial"/>
              </a:rPr>
              <a:t>STILLWATER VALLEY</a:t>
            </a:r>
          </a:p>
        </p:txBody>
      </p:sp>
      <p:sp>
        <p:nvSpPr>
          <p:cNvPr id="13" name="text-165">
            <a:extLst xmlns:a="http://schemas.openxmlformats.org/drawingml/2006/main">
              <a:ext uri="{FF2B5EF4-FFF2-40B4-BE49-F238E27FC236}">
                <a16:creationId xmlns:a16="http://schemas.microsoft.com/office/drawing/2014/main" id="{44AD45C0-8D1F-4895-B935-6CE79B129820}"/>
              </a:ext>
            </a:extLst>
          </p:cNvPr>
          <p:cNvSpPr>
            <a:spLocks xmlns:a="http://schemas.openxmlformats.org/drawingml/2006/main" noGrp="1"/>
          </p:cNvSpPr>
          <p:nvPr/>
        </p:nvSpPr>
        <p:spPr>
          <a:xfrm xmlns:a="http://schemas.openxmlformats.org/drawingml/2006/main">
            <a:off x="685800" y="52959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3F0E6"/>
                </a:solidFill>
                <a:latin typeface="Georgia"/>
                <a:ea typeface="Georgia"/>
                <a:cs typeface="Georgia"/>
              </a:defRPr>
            </a:defPPr>
            <a:lvl1pPr algn="l">
              <a:defRPr sz="2175" b="0">
                <a:solidFill>
                  <a:srgbClr val="F3F0E6"/>
                </a:solidFill>
                <a:latin typeface="Georgia"/>
                <a:ea typeface="Georgia"/>
                <a:cs typeface="Georgia"/>
              </a:defRPr>
            </a:lvl1pPr>
            <a:lvl2pPr algn="l">
              <a:defRPr sz="2175" b="0">
                <a:solidFill>
                  <a:srgbClr val="F3F0E6"/>
                </a:solidFill>
                <a:latin typeface="Georgia"/>
                <a:ea typeface="Georgia"/>
                <a:cs typeface="Georgia"/>
              </a:defRPr>
            </a:lvl2pPr>
            <a:lvl3pPr algn="l">
              <a:defRPr sz="2175" b="0">
                <a:solidFill>
                  <a:srgbClr val="F3F0E6"/>
                </a:solidFill>
                <a:latin typeface="Georgia"/>
                <a:ea typeface="Georgia"/>
                <a:cs typeface="Georgia"/>
              </a:defRPr>
            </a:lvl3pPr>
            <a:lvl4pPr algn="l">
              <a:defRPr sz="2175" b="0">
                <a:solidFill>
                  <a:srgbClr val="F3F0E6"/>
                </a:solidFill>
                <a:latin typeface="Georgia"/>
                <a:ea typeface="Georgia"/>
                <a:cs typeface="Georgia"/>
              </a:defRPr>
            </a:lvl4pPr>
            <a:lvl5pPr algn="l">
              <a:defRPr sz="2175" b="0">
                <a:solidFill>
                  <a:srgbClr val="F3F0E6"/>
                </a:solidFill>
                <a:latin typeface="Georgia"/>
                <a:ea typeface="Georgia"/>
                <a:cs typeface="Georgia"/>
              </a:defRPr>
            </a:lvl5pPr>
            <a:lvl6pPr algn="l">
              <a:defRPr sz="2175" b="0">
                <a:solidFill>
                  <a:srgbClr val="F3F0E6"/>
                </a:solidFill>
                <a:latin typeface="Georgia"/>
                <a:ea typeface="Georgia"/>
                <a:cs typeface="Georgia"/>
              </a:defRPr>
            </a:lvl6pPr>
            <a:lvl7pPr algn="l">
              <a:defRPr sz="2175" b="0">
                <a:solidFill>
                  <a:srgbClr val="F3F0E6"/>
                </a:solidFill>
                <a:latin typeface="Georgia"/>
                <a:ea typeface="Georgia"/>
                <a:cs typeface="Georgia"/>
              </a:defRPr>
            </a:lvl7pPr>
            <a:lvl8pPr algn="l">
              <a:defRPr sz="2175" b="0">
                <a:solidFill>
                  <a:srgbClr val="F3F0E6"/>
                </a:solidFill>
                <a:latin typeface="Georgia"/>
                <a:ea typeface="Georgia"/>
                <a:cs typeface="Georgia"/>
              </a:defRPr>
            </a:lvl8pPr>
            <a:lvl9pPr algn="l">
              <a:defRPr sz="2175" b="0">
                <a:solidFill>
                  <a:srgbClr val="F3F0E6"/>
                </a:solidFill>
                <a:latin typeface="Georgia"/>
                <a:ea typeface="Georgia"/>
                <a:cs typeface="Georgia"/>
              </a:defRPr>
            </a:lvl9pPr>
          </a:lstStyle>
          <a:p xmlns:a="http://schemas.openxmlformats.org/drawingml/2006/main">
            <a:pPr algn="l">
              <a:defRPr sz="2175" b="0">
                <a:solidFill>
                  <a:srgbClr val="F3F0E6"/>
                </a:solidFill>
                <a:latin typeface="Georgia"/>
                <a:ea typeface="Georgia"/>
                <a:cs typeface="Georgia"/>
              </a:defRPr>
            </a:pPr>
            <a:r>
              <a:rPr sz="2175" b="0">
                <a:solidFill>
                  <a:srgbClr val="F3F0E6"/>
                </a:solidFill>
                <a:latin typeface="Georgia"/>
                <a:ea typeface="Georgia"/>
                <a:cs typeface="Georgia"/>
              </a:rPr>
              <a:t>The Lakeside Cottage</a:t>
            </a:r>
          </a:p>
        </p:txBody>
      </p:sp>
      <p:sp>
        <p:nvSpPr>
          <p:cNvPr id="14" name="text-167">
            <a:extLst xmlns:a="http://schemas.openxmlformats.org/drawingml/2006/main">
              <a:ext uri="{FF2B5EF4-FFF2-40B4-BE49-F238E27FC236}">
                <a16:creationId xmlns:a16="http://schemas.microsoft.com/office/drawing/2014/main" id="{4C7226E1-39A7-437E-880C-ED75D835B799}"/>
              </a:ext>
            </a:extLst>
          </p:cNvPr>
          <p:cNvSpPr>
            <a:spLocks xmlns:a="http://schemas.openxmlformats.org/drawingml/2006/main" noGrp="1"/>
          </p:cNvSpPr>
          <p:nvPr/>
        </p:nvSpPr>
        <p:spPr>
          <a:xfrm xmlns:a="http://schemas.openxmlformats.org/drawingml/2006/main">
            <a:off x="685800" y="57435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3F0E6"/>
                </a:solidFill>
                <a:latin typeface="Arial"/>
                <a:ea typeface="Arial"/>
                <a:cs typeface="Arial"/>
              </a:defRPr>
            </a:defPPr>
            <a:lvl1pPr algn="l">
              <a:defRPr sz="900" b="0">
                <a:solidFill>
                  <a:srgbClr val="F3F0E6"/>
                </a:solidFill>
                <a:latin typeface="Arial"/>
                <a:ea typeface="Arial"/>
                <a:cs typeface="Arial"/>
              </a:defRPr>
            </a:lvl1pPr>
            <a:lvl2pPr algn="l">
              <a:defRPr sz="900" b="0">
                <a:solidFill>
                  <a:srgbClr val="F3F0E6"/>
                </a:solidFill>
                <a:latin typeface="Arial"/>
                <a:ea typeface="Arial"/>
                <a:cs typeface="Arial"/>
              </a:defRPr>
            </a:lvl2pPr>
            <a:lvl3pPr algn="l">
              <a:defRPr sz="900" b="0">
                <a:solidFill>
                  <a:srgbClr val="F3F0E6"/>
                </a:solidFill>
                <a:latin typeface="Arial"/>
                <a:ea typeface="Arial"/>
                <a:cs typeface="Arial"/>
              </a:defRPr>
            </a:lvl3pPr>
            <a:lvl4pPr algn="l">
              <a:defRPr sz="900" b="0">
                <a:solidFill>
                  <a:srgbClr val="F3F0E6"/>
                </a:solidFill>
                <a:latin typeface="Arial"/>
                <a:ea typeface="Arial"/>
                <a:cs typeface="Arial"/>
              </a:defRPr>
            </a:lvl4pPr>
            <a:lvl5pPr algn="l">
              <a:defRPr sz="900" b="0">
                <a:solidFill>
                  <a:srgbClr val="F3F0E6"/>
                </a:solidFill>
                <a:latin typeface="Arial"/>
                <a:ea typeface="Arial"/>
                <a:cs typeface="Arial"/>
              </a:defRPr>
            </a:lvl5pPr>
            <a:lvl6pPr algn="l">
              <a:defRPr sz="900" b="0">
                <a:solidFill>
                  <a:srgbClr val="F3F0E6"/>
                </a:solidFill>
                <a:latin typeface="Arial"/>
                <a:ea typeface="Arial"/>
                <a:cs typeface="Arial"/>
              </a:defRPr>
            </a:lvl6pPr>
            <a:lvl7pPr algn="l">
              <a:defRPr sz="900" b="0">
                <a:solidFill>
                  <a:srgbClr val="F3F0E6"/>
                </a:solidFill>
                <a:latin typeface="Arial"/>
                <a:ea typeface="Arial"/>
                <a:cs typeface="Arial"/>
              </a:defRPr>
            </a:lvl7pPr>
            <a:lvl8pPr algn="l">
              <a:defRPr sz="900" b="0">
                <a:solidFill>
                  <a:srgbClr val="F3F0E6"/>
                </a:solidFill>
                <a:latin typeface="Arial"/>
                <a:ea typeface="Arial"/>
                <a:cs typeface="Arial"/>
              </a:defRPr>
            </a:lvl8pPr>
            <a:lvl9pPr algn="l">
              <a:defRPr sz="900" b="0">
                <a:solidFill>
                  <a:srgbClr val="F3F0E6"/>
                </a:solidFill>
                <a:latin typeface="Arial"/>
                <a:ea typeface="Arial"/>
                <a:cs typeface="Arial"/>
              </a:defRPr>
            </a:lvl9pPr>
          </a:lstStyle>
          <a:p xmlns:a="http://schemas.openxmlformats.org/drawingml/2006/main">
            <a:pPr algn="l">
              <a:defRPr sz="900" b="0">
                <a:solidFill>
                  <a:srgbClr val="F3F0E6"/>
                </a:solidFill>
                <a:latin typeface="Arial"/>
                <a:ea typeface="Arial"/>
                <a:cs typeface="Arial"/>
              </a:defRPr>
            </a:pPr>
            <a:r>
              <a:rPr sz="900" b="0">
                <a:solidFill>
                  <a:srgbClr val="F3F0E6"/>
                </a:solidFill>
                <a:latin typeface="Arial"/>
                <a:ea typeface="Arial"/>
                <a:cs typeface="Arial"/>
              </a:rPr>
              <a:t>Spring   Passing rain   19:15</a:t>
            </a:r>
          </a:p>
        </p:txBody>
      </p:sp>
      <p:sp>
        <p:nvSpPr>
          <p:cNvPr id="15" name="shape-168">
            <a:extLst xmlns:a="http://schemas.openxmlformats.org/drawingml/2006/main">
              <a:ext uri="{FF2B5EF4-FFF2-40B4-BE49-F238E27FC236}">
                <a16:creationId xmlns:a16="http://schemas.microsoft.com/office/drawing/2014/main" id="{210B9D06-587B-4942-8872-CFC15CB60121}"/>
              </a:ext>
            </a:extLst>
          </p:cNvPr>
          <p:cNvSpPr>
            <a:spLocks xmlns:a="http://schemas.openxmlformats.org/drawingml/2006/main" noGrp="1"/>
          </p:cNvSpPr>
          <p:nvPr/>
        </p:nvSpPr>
        <p:spPr>
          <a:xfrm xmlns:a="http://schemas.openxmlformats.org/drawingml/2006/main">
            <a:off x="4133850" y="5591175"/>
            <a:ext cx="59055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16" name="text-170">
            <a:extLst xmlns:a="http://schemas.openxmlformats.org/drawingml/2006/main">
              <a:ext uri="{FF2B5EF4-FFF2-40B4-BE49-F238E27FC236}">
                <a16:creationId xmlns:a16="http://schemas.microsoft.com/office/drawing/2014/main" id="{139561E7-B0D0-4D68-810E-F998EA343A29}"/>
              </a:ext>
            </a:extLst>
          </p:cNvPr>
          <p:cNvSpPr>
            <a:spLocks xmlns:a="http://schemas.openxmlformats.org/drawingml/2006/main" noGrp="1"/>
          </p:cNvSpPr>
          <p:nvPr/>
        </p:nvSpPr>
        <p:spPr>
          <a:xfrm xmlns:a="http://schemas.openxmlformats.org/drawingml/2006/main">
            <a:off x="4162425" y="55911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F3F0E6"/>
                </a:solidFill>
                <a:latin typeface="Arial"/>
                <a:ea typeface="Arial"/>
                <a:cs typeface="Arial"/>
              </a:defRPr>
            </a:defPPr>
            <a:lvl1pPr algn="ctr">
              <a:defRPr sz="900" b="0">
                <a:solidFill>
                  <a:srgbClr val="F3F0E6"/>
                </a:solidFill>
                <a:latin typeface="Arial"/>
                <a:ea typeface="Arial"/>
                <a:cs typeface="Arial"/>
              </a:defRPr>
            </a:lvl1pPr>
            <a:lvl2pPr algn="ctr">
              <a:defRPr sz="900" b="0">
                <a:solidFill>
                  <a:srgbClr val="F3F0E6"/>
                </a:solidFill>
                <a:latin typeface="Arial"/>
                <a:ea typeface="Arial"/>
                <a:cs typeface="Arial"/>
              </a:defRPr>
            </a:lvl2pPr>
            <a:lvl3pPr algn="ctr">
              <a:defRPr sz="900" b="0">
                <a:solidFill>
                  <a:srgbClr val="F3F0E6"/>
                </a:solidFill>
                <a:latin typeface="Arial"/>
                <a:ea typeface="Arial"/>
                <a:cs typeface="Arial"/>
              </a:defRPr>
            </a:lvl3pPr>
            <a:lvl4pPr algn="ctr">
              <a:defRPr sz="900" b="0">
                <a:solidFill>
                  <a:srgbClr val="F3F0E6"/>
                </a:solidFill>
                <a:latin typeface="Arial"/>
                <a:ea typeface="Arial"/>
                <a:cs typeface="Arial"/>
              </a:defRPr>
            </a:lvl4pPr>
            <a:lvl5pPr algn="ctr">
              <a:defRPr sz="900" b="0">
                <a:solidFill>
                  <a:srgbClr val="F3F0E6"/>
                </a:solidFill>
                <a:latin typeface="Arial"/>
                <a:ea typeface="Arial"/>
                <a:cs typeface="Arial"/>
              </a:defRPr>
            </a:lvl5pPr>
            <a:lvl6pPr algn="ctr">
              <a:defRPr sz="900" b="0">
                <a:solidFill>
                  <a:srgbClr val="F3F0E6"/>
                </a:solidFill>
                <a:latin typeface="Arial"/>
                <a:ea typeface="Arial"/>
                <a:cs typeface="Arial"/>
              </a:defRPr>
            </a:lvl6pPr>
            <a:lvl7pPr algn="ctr">
              <a:defRPr sz="900" b="0">
                <a:solidFill>
                  <a:srgbClr val="F3F0E6"/>
                </a:solidFill>
                <a:latin typeface="Arial"/>
                <a:ea typeface="Arial"/>
                <a:cs typeface="Arial"/>
              </a:defRPr>
            </a:lvl7pPr>
            <a:lvl8pPr algn="ctr">
              <a:defRPr sz="900" b="0">
                <a:solidFill>
                  <a:srgbClr val="F3F0E6"/>
                </a:solidFill>
                <a:latin typeface="Arial"/>
                <a:ea typeface="Arial"/>
                <a:cs typeface="Arial"/>
              </a:defRPr>
            </a:lvl8pPr>
            <a:lvl9pPr algn="ctr">
              <a:defRPr sz="900" b="0">
                <a:solidFill>
                  <a:srgbClr val="F3F0E6"/>
                </a:solidFill>
                <a:latin typeface="Arial"/>
                <a:ea typeface="Arial"/>
                <a:cs typeface="Arial"/>
              </a:defRPr>
            </a:lvl9pPr>
          </a:lstStyle>
          <a:p xmlns:a="http://schemas.openxmlformats.org/drawingml/2006/main">
            <a:pPr algn="ctr">
              <a:defRPr sz="900" b="0">
                <a:solidFill>
                  <a:srgbClr val="F3F0E6"/>
                </a:solidFill>
                <a:latin typeface="Arial"/>
                <a:ea typeface="Arial"/>
                <a:cs typeface="Arial"/>
              </a:defRPr>
            </a:pPr>
            <a:r>
              <a:rPr sz="900" b="0">
                <a:solidFill>
                  <a:srgbClr val="F3F0E6"/>
                </a:solidFill>
                <a:latin typeface="Arial"/>
                <a:ea typeface="Arial"/>
                <a:cs typeface="Arial"/>
              </a:rPr>
              <a:t>Follow</a:t>
            </a:r>
          </a:p>
        </p:txBody>
      </p:sp>
      <p:sp>
        <p:nvSpPr>
          <p:cNvPr id="17" name="shape-171">
            <a:extLst xmlns:a="http://schemas.openxmlformats.org/drawingml/2006/main">
              <a:ext uri="{FF2B5EF4-FFF2-40B4-BE49-F238E27FC236}">
                <a16:creationId xmlns:a16="http://schemas.microsoft.com/office/drawing/2014/main" id="{6268E8C8-2D6A-4B5D-A3A4-0044E4D11A24}"/>
              </a:ext>
            </a:extLst>
          </p:cNvPr>
          <p:cNvSpPr>
            <a:spLocks xmlns:a="http://schemas.openxmlformats.org/drawingml/2006/main" noGrp="1"/>
          </p:cNvSpPr>
          <p:nvPr/>
        </p:nvSpPr>
        <p:spPr>
          <a:xfrm xmlns:a="http://schemas.openxmlformats.org/drawingml/2006/main">
            <a:off x="4791075" y="5591175"/>
            <a:ext cx="866775"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18" name="text-173">
            <a:extLst xmlns:a="http://schemas.openxmlformats.org/drawingml/2006/main">
              <a:ext uri="{FF2B5EF4-FFF2-40B4-BE49-F238E27FC236}">
                <a16:creationId xmlns:a16="http://schemas.microsoft.com/office/drawing/2014/main" id="{2C6A05F9-F999-4427-86E7-FA71553D8656}"/>
              </a:ext>
            </a:extLst>
          </p:cNvPr>
          <p:cNvSpPr>
            <a:spLocks xmlns:a="http://schemas.openxmlformats.org/drawingml/2006/main" noGrp="1"/>
          </p:cNvSpPr>
          <p:nvPr/>
        </p:nvSpPr>
        <p:spPr>
          <a:xfrm xmlns:a="http://schemas.openxmlformats.org/drawingml/2006/main">
            <a:off x="4819650" y="5591175"/>
            <a:ext cx="80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F3F0E6"/>
                </a:solidFill>
                <a:latin typeface="Arial"/>
                <a:ea typeface="Arial"/>
                <a:cs typeface="Arial"/>
              </a:defRPr>
            </a:defPPr>
            <a:lvl1pPr algn="ctr">
              <a:defRPr sz="900" b="0">
                <a:solidFill>
                  <a:srgbClr val="F3F0E6"/>
                </a:solidFill>
                <a:latin typeface="Arial"/>
                <a:ea typeface="Arial"/>
                <a:cs typeface="Arial"/>
              </a:defRPr>
            </a:lvl1pPr>
            <a:lvl2pPr algn="ctr">
              <a:defRPr sz="900" b="0">
                <a:solidFill>
                  <a:srgbClr val="F3F0E6"/>
                </a:solidFill>
                <a:latin typeface="Arial"/>
                <a:ea typeface="Arial"/>
                <a:cs typeface="Arial"/>
              </a:defRPr>
            </a:lvl2pPr>
            <a:lvl3pPr algn="ctr">
              <a:defRPr sz="900" b="0">
                <a:solidFill>
                  <a:srgbClr val="F3F0E6"/>
                </a:solidFill>
                <a:latin typeface="Arial"/>
                <a:ea typeface="Arial"/>
                <a:cs typeface="Arial"/>
              </a:defRPr>
            </a:lvl3pPr>
            <a:lvl4pPr algn="ctr">
              <a:defRPr sz="900" b="0">
                <a:solidFill>
                  <a:srgbClr val="F3F0E6"/>
                </a:solidFill>
                <a:latin typeface="Arial"/>
                <a:ea typeface="Arial"/>
                <a:cs typeface="Arial"/>
              </a:defRPr>
            </a:lvl4pPr>
            <a:lvl5pPr algn="ctr">
              <a:defRPr sz="900" b="0">
                <a:solidFill>
                  <a:srgbClr val="F3F0E6"/>
                </a:solidFill>
                <a:latin typeface="Arial"/>
                <a:ea typeface="Arial"/>
                <a:cs typeface="Arial"/>
              </a:defRPr>
            </a:lvl5pPr>
            <a:lvl6pPr algn="ctr">
              <a:defRPr sz="900" b="0">
                <a:solidFill>
                  <a:srgbClr val="F3F0E6"/>
                </a:solidFill>
                <a:latin typeface="Arial"/>
                <a:ea typeface="Arial"/>
                <a:cs typeface="Arial"/>
              </a:defRPr>
            </a:lvl6pPr>
            <a:lvl7pPr algn="ctr">
              <a:defRPr sz="900" b="0">
                <a:solidFill>
                  <a:srgbClr val="F3F0E6"/>
                </a:solidFill>
                <a:latin typeface="Arial"/>
                <a:ea typeface="Arial"/>
                <a:cs typeface="Arial"/>
              </a:defRPr>
            </a:lvl7pPr>
            <a:lvl8pPr algn="ctr">
              <a:defRPr sz="900" b="0">
                <a:solidFill>
                  <a:srgbClr val="F3F0E6"/>
                </a:solidFill>
                <a:latin typeface="Arial"/>
                <a:ea typeface="Arial"/>
                <a:cs typeface="Arial"/>
              </a:defRPr>
            </a:lvl8pPr>
            <a:lvl9pPr algn="ctr">
              <a:defRPr sz="900" b="0">
                <a:solidFill>
                  <a:srgbClr val="F3F0E6"/>
                </a:solidFill>
                <a:latin typeface="Arial"/>
                <a:ea typeface="Arial"/>
                <a:cs typeface="Arial"/>
              </a:defRPr>
            </a:lvl9pPr>
          </a:lstStyle>
          <a:p xmlns:a="http://schemas.openxmlformats.org/drawingml/2006/main">
            <a:pPr algn="ctr">
              <a:defRPr sz="900" b="0">
                <a:solidFill>
                  <a:srgbClr val="F3F0E6"/>
                </a:solidFill>
                <a:latin typeface="Arial"/>
                <a:ea typeface="Arial"/>
                <a:cs typeface="Arial"/>
              </a:defRPr>
            </a:pPr>
            <a:r>
              <a:rPr sz="900" b="0">
                <a:solidFill>
                  <a:srgbClr val="F3F0E6"/>
                </a:solidFill>
                <a:latin typeface="Arial"/>
                <a:ea typeface="Arial"/>
                <a:cs typeface="Arial"/>
              </a:rPr>
              <a:t>Field notes</a:t>
            </a:r>
          </a:p>
        </p:txBody>
      </p:sp>
      <p:sp>
        <p:nvSpPr>
          <p:cNvPr id="19" name="shape-174">
            <a:extLst xmlns:a="http://schemas.openxmlformats.org/drawingml/2006/main">
              <a:ext uri="{FF2B5EF4-FFF2-40B4-BE49-F238E27FC236}">
                <a16:creationId xmlns:a16="http://schemas.microsoft.com/office/drawing/2014/main" id="{94D2FD80-FFA3-4D62-9AD0-4A8E63D9C85D}"/>
              </a:ext>
            </a:extLst>
          </p:cNvPr>
          <p:cNvSpPr>
            <a:spLocks xmlns:a="http://schemas.openxmlformats.org/drawingml/2006/main" noGrp="1"/>
          </p:cNvSpPr>
          <p:nvPr/>
        </p:nvSpPr>
        <p:spPr>
          <a:xfrm xmlns:a="http://schemas.openxmlformats.org/drawingml/2006/main">
            <a:off x="5724525" y="5591175"/>
            <a:ext cx="1171575" cy="323850"/>
          </a:xfrm>
          <a:prstGeom xmlns:a="http://schemas.openxmlformats.org/drawingml/2006/main" prst="roundRect">
            <a:avLst>
              <a:gd name="adj" fmla="val 41176"/>
            </a:avLst>
          </a:prstGeom>
          <a:solidFill xmlns:a="http://schemas.openxmlformats.org/drawingml/2006/main">
            <a:srgbClr val="F3F0E6"/>
          </a:solidFill>
          <a:ln xmlns:a="http://schemas.openxmlformats.org/drawingml/2006/main" w="9525">
            <a:solidFill>
              <a:srgbClr val="F3F0E6"/>
            </a:solidFill>
            <a:prstDash val="solid"/>
          </a:ln>
        </p:spPr>
      </p:sp>
      <p:sp>
        <p:nvSpPr>
          <p:cNvPr id="20" name="text-176">
            <a:extLst xmlns:a="http://schemas.openxmlformats.org/drawingml/2006/main">
              <a:ext uri="{FF2B5EF4-FFF2-40B4-BE49-F238E27FC236}">
                <a16:creationId xmlns:a16="http://schemas.microsoft.com/office/drawing/2014/main" id="{BC5D544B-4301-49D4-B6F7-DB60CF2E339C}"/>
              </a:ext>
            </a:extLst>
          </p:cNvPr>
          <p:cNvSpPr>
            <a:spLocks xmlns:a="http://schemas.openxmlformats.org/drawingml/2006/main" noGrp="1"/>
          </p:cNvSpPr>
          <p:nvPr/>
        </p:nvSpPr>
        <p:spPr>
          <a:xfrm xmlns:a="http://schemas.openxmlformats.org/drawingml/2006/main">
            <a:off x="5753100" y="5591175"/>
            <a:ext cx="1114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293930"/>
                </a:solidFill>
                <a:latin typeface="Arial"/>
                <a:ea typeface="Arial"/>
                <a:cs typeface="Arial"/>
              </a:defRPr>
            </a:defPPr>
            <a:lvl1pPr algn="ctr">
              <a:defRPr sz="900" b="0">
                <a:solidFill>
                  <a:srgbClr val="293930"/>
                </a:solidFill>
                <a:latin typeface="Arial"/>
                <a:ea typeface="Arial"/>
                <a:cs typeface="Arial"/>
              </a:defRPr>
            </a:lvl1pPr>
            <a:lvl2pPr algn="ctr">
              <a:defRPr sz="900" b="0">
                <a:solidFill>
                  <a:srgbClr val="293930"/>
                </a:solidFill>
                <a:latin typeface="Arial"/>
                <a:ea typeface="Arial"/>
                <a:cs typeface="Arial"/>
              </a:defRPr>
            </a:lvl2pPr>
            <a:lvl3pPr algn="ctr">
              <a:defRPr sz="900" b="0">
                <a:solidFill>
                  <a:srgbClr val="293930"/>
                </a:solidFill>
                <a:latin typeface="Arial"/>
                <a:ea typeface="Arial"/>
                <a:cs typeface="Arial"/>
              </a:defRPr>
            </a:lvl3pPr>
            <a:lvl4pPr algn="ctr">
              <a:defRPr sz="900" b="0">
                <a:solidFill>
                  <a:srgbClr val="293930"/>
                </a:solidFill>
                <a:latin typeface="Arial"/>
                <a:ea typeface="Arial"/>
                <a:cs typeface="Arial"/>
              </a:defRPr>
            </a:lvl4pPr>
            <a:lvl5pPr algn="ctr">
              <a:defRPr sz="900" b="0">
                <a:solidFill>
                  <a:srgbClr val="293930"/>
                </a:solidFill>
                <a:latin typeface="Arial"/>
                <a:ea typeface="Arial"/>
                <a:cs typeface="Arial"/>
              </a:defRPr>
            </a:lvl5pPr>
            <a:lvl6pPr algn="ctr">
              <a:defRPr sz="900" b="0">
                <a:solidFill>
                  <a:srgbClr val="293930"/>
                </a:solidFill>
                <a:latin typeface="Arial"/>
                <a:ea typeface="Arial"/>
                <a:cs typeface="Arial"/>
              </a:defRPr>
            </a:lvl6pPr>
            <a:lvl7pPr algn="ctr">
              <a:defRPr sz="900" b="0">
                <a:solidFill>
                  <a:srgbClr val="293930"/>
                </a:solidFill>
                <a:latin typeface="Arial"/>
                <a:ea typeface="Arial"/>
                <a:cs typeface="Arial"/>
              </a:defRPr>
            </a:lvl7pPr>
            <a:lvl8pPr algn="ctr">
              <a:defRPr sz="900" b="0">
                <a:solidFill>
                  <a:srgbClr val="293930"/>
                </a:solidFill>
                <a:latin typeface="Arial"/>
                <a:ea typeface="Arial"/>
                <a:cs typeface="Arial"/>
              </a:defRPr>
            </a:lvl8pPr>
            <a:lvl9pPr algn="ctr">
              <a:defRPr sz="900" b="0">
                <a:solidFill>
                  <a:srgbClr val="293930"/>
                </a:solidFill>
                <a:latin typeface="Arial"/>
                <a:ea typeface="Arial"/>
                <a:cs typeface="Arial"/>
              </a:defRPr>
            </a:lvl9pPr>
          </a:lstStyle>
          <a:p xmlns:a="http://schemas.openxmlformats.org/drawingml/2006/main">
            <a:pPr algn="ctr">
              <a:defRPr sz="900" b="0">
                <a:solidFill>
                  <a:srgbClr val="293930"/>
                </a:solidFill>
                <a:latin typeface="Arial"/>
                <a:ea typeface="Arial"/>
                <a:cs typeface="Arial"/>
              </a:defRPr>
            </a:pPr>
            <a:r>
              <a:rPr sz="900" b="0">
                <a:solidFill>
                  <a:srgbClr val="293930"/>
                </a:solidFill>
                <a:latin typeface="Arial"/>
                <a:ea typeface="Arial"/>
                <a:cs typeface="Arial"/>
              </a:rPr>
              <a:t>Keep this view</a:t>
            </a:r>
          </a:p>
        </p:txBody>
      </p:sp>
      <p:sp>
        <p:nvSpPr>
          <p:cNvPr id="21" name="shape-177">
            <a:extLst xmlns:a="http://schemas.openxmlformats.org/drawingml/2006/main">
              <a:ext uri="{FF2B5EF4-FFF2-40B4-BE49-F238E27FC236}">
                <a16:creationId xmlns:a16="http://schemas.microsoft.com/office/drawing/2014/main" id="{89BF98F7-C1BC-4EA9-B282-56BAF10BF01F}"/>
              </a:ext>
            </a:extLst>
          </p:cNvPr>
          <p:cNvSpPr>
            <a:spLocks xmlns:a="http://schemas.openxmlformats.org/drawingml/2006/main" noGrp="1"/>
          </p:cNvSpPr>
          <p:nvPr/>
        </p:nvSpPr>
        <p:spPr>
          <a:xfrm xmlns:a="http://schemas.openxmlformats.org/drawingml/2006/main">
            <a:off x="6972300"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2" name="text-179">
            <a:extLst xmlns:a="http://schemas.openxmlformats.org/drawingml/2006/main">
              <a:ext uri="{FF2B5EF4-FFF2-40B4-BE49-F238E27FC236}">
                <a16:creationId xmlns:a16="http://schemas.microsoft.com/office/drawing/2014/main" id="{FC1F70A3-3584-4762-BE83-C15D24A0608C}"/>
              </a:ext>
            </a:extLst>
          </p:cNvPr>
          <p:cNvSpPr>
            <a:spLocks xmlns:a="http://schemas.openxmlformats.org/drawingml/2006/main" noGrp="1"/>
          </p:cNvSpPr>
          <p:nvPr/>
        </p:nvSpPr>
        <p:spPr>
          <a:xfrm xmlns:a="http://schemas.openxmlformats.org/drawingml/2006/main">
            <a:off x="7000875" y="56197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F3F0E6"/>
                </a:solidFill>
                <a:latin typeface="Arial"/>
                <a:ea typeface="Arial"/>
                <a:cs typeface="Arial"/>
              </a:defRPr>
            </a:defPPr>
            <a:lvl1pPr algn="ctr">
              <a:defRPr sz="1500" b="0">
                <a:solidFill>
                  <a:srgbClr val="F3F0E6"/>
                </a:solidFill>
                <a:latin typeface="Arial"/>
                <a:ea typeface="Arial"/>
                <a:cs typeface="Arial"/>
              </a:defRPr>
            </a:lvl1pPr>
            <a:lvl2pPr algn="ctr">
              <a:defRPr sz="1500" b="0">
                <a:solidFill>
                  <a:srgbClr val="F3F0E6"/>
                </a:solidFill>
                <a:latin typeface="Arial"/>
                <a:ea typeface="Arial"/>
                <a:cs typeface="Arial"/>
              </a:defRPr>
            </a:lvl2pPr>
            <a:lvl3pPr algn="ctr">
              <a:defRPr sz="1500" b="0">
                <a:solidFill>
                  <a:srgbClr val="F3F0E6"/>
                </a:solidFill>
                <a:latin typeface="Arial"/>
                <a:ea typeface="Arial"/>
                <a:cs typeface="Arial"/>
              </a:defRPr>
            </a:lvl3pPr>
            <a:lvl4pPr algn="ctr">
              <a:defRPr sz="1500" b="0">
                <a:solidFill>
                  <a:srgbClr val="F3F0E6"/>
                </a:solidFill>
                <a:latin typeface="Arial"/>
                <a:ea typeface="Arial"/>
                <a:cs typeface="Arial"/>
              </a:defRPr>
            </a:lvl4pPr>
            <a:lvl5pPr algn="ctr">
              <a:defRPr sz="1500" b="0">
                <a:solidFill>
                  <a:srgbClr val="F3F0E6"/>
                </a:solidFill>
                <a:latin typeface="Arial"/>
                <a:ea typeface="Arial"/>
                <a:cs typeface="Arial"/>
              </a:defRPr>
            </a:lvl5pPr>
            <a:lvl6pPr algn="ctr">
              <a:defRPr sz="1500" b="0">
                <a:solidFill>
                  <a:srgbClr val="F3F0E6"/>
                </a:solidFill>
                <a:latin typeface="Arial"/>
                <a:ea typeface="Arial"/>
                <a:cs typeface="Arial"/>
              </a:defRPr>
            </a:lvl6pPr>
            <a:lvl7pPr algn="ctr">
              <a:defRPr sz="1500" b="0">
                <a:solidFill>
                  <a:srgbClr val="F3F0E6"/>
                </a:solidFill>
                <a:latin typeface="Arial"/>
                <a:ea typeface="Arial"/>
                <a:cs typeface="Arial"/>
              </a:defRPr>
            </a:lvl7pPr>
            <a:lvl8pPr algn="ctr">
              <a:defRPr sz="1500" b="0">
                <a:solidFill>
                  <a:srgbClr val="F3F0E6"/>
                </a:solidFill>
                <a:latin typeface="Arial"/>
                <a:ea typeface="Arial"/>
                <a:cs typeface="Arial"/>
              </a:defRPr>
            </a:lvl8pPr>
            <a:lvl9pPr algn="ctr">
              <a:defRPr sz="1500" b="0">
                <a:solidFill>
                  <a:srgbClr val="F3F0E6"/>
                </a:solidFill>
                <a:latin typeface="Arial"/>
                <a:ea typeface="Arial"/>
                <a:cs typeface="Arial"/>
              </a:defRPr>
            </a:lvl9pPr>
          </a:lstStyle>
          <a:p xmlns:a="http://schemas.openxmlformats.org/drawingml/2006/main">
            <a:pPr algn="ctr">
              <a:defRPr sz="1500" b="0">
                <a:solidFill>
                  <a:srgbClr val="F3F0E6"/>
                </a:solidFill>
                <a:latin typeface="Arial"/>
                <a:ea typeface="Arial"/>
                <a:cs typeface="Arial"/>
              </a:defRPr>
            </a:pPr>
            <a:r>
              <a:rPr sz="1500" b="0">
                <a:solidFill>
                  <a:srgbClr val="F3F0E6"/>
                </a:solidFill>
                <a:latin typeface="Arial"/>
                <a:ea typeface="Arial"/>
                <a:cs typeface="Arial"/>
              </a:rPr>
              <a:t>♪</a:t>
            </a:r>
          </a:p>
        </p:txBody>
      </p:sp>
      <p:sp>
        <p:nvSpPr>
          <p:cNvPr id="23" name="shape-180">
            <a:extLst xmlns:a="http://schemas.openxmlformats.org/drawingml/2006/main">
              <a:ext uri="{FF2B5EF4-FFF2-40B4-BE49-F238E27FC236}">
                <a16:creationId xmlns:a16="http://schemas.microsoft.com/office/drawing/2014/main" id="{1FA66147-715B-4EBF-9ED0-AD088AEA14BD}"/>
              </a:ext>
            </a:extLst>
          </p:cNvPr>
          <p:cNvSpPr>
            <a:spLocks xmlns:a="http://schemas.openxmlformats.org/drawingml/2006/main" noGrp="1"/>
          </p:cNvSpPr>
          <p:nvPr/>
        </p:nvSpPr>
        <p:spPr>
          <a:xfrm xmlns:a="http://schemas.openxmlformats.org/drawingml/2006/main">
            <a:off x="7400925"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4" name="shape-181">
            <a:extLst xmlns:a="http://schemas.openxmlformats.org/drawingml/2006/main">
              <a:ext uri="{FF2B5EF4-FFF2-40B4-BE49-F238E27FC236}">
                <a16:creationId xmlns:a16="http://schemas.microsoft.com/office/drawing/2014/main" id="{791F0B46-6029-471F-8600-AAB877E903B1}"/>
              </a:ext>
            </a:extLst>
          </p:cNvPr>
          <p:cNvSpPr>
            <a:spLocks xmlns:a="http://schemas.openxmlformats.org/drawingml/2006/main" noGrp="1"/>
          </p:cNvSpPr>
          <p:nvPr/>
        </p:nvSpPr>
        <p:spPr>
          <a:xfrm xmlns:a="http://schemas.openxmlformats.org/drawingml/2006/main">
            <a:off x="7515225" y="5686425"/>
            <a:ext cx="28575" cy="133350"/>
          </a:xfrm>
          <a:prstGeom xmlns:a="http://schemas.openxmlformats.org/drawingml/2006/main" prst="rect">
            <a:avLst/>
          </a:prstGeom>
          <a:solidFill xmlns:a="http://schemas.openxmlformats.org/drawingml/2006/main">
            <a:srgbClr val="F3F0E6"/>
          </a:solidFill>
          <a:ln xmlns:a="http://schemas.openxmlformats.org/drawingml/2006/main" w="0">
            <a:noFill/>
            <a:prstDash val="solid"/>
          </a:ln>
        </p:spPr>
      </p:sp>
      <p:sp>
        <p:nvSpPr>
          <p:cNvPr id="25" name="shape-182">
            <a:extLst xmlns:a="http://schemas.openxmlformats.org/drawingml/2006/main">
              <a:ext uri="{FF2B5EF4-FFF2-40B4-BE49-F238E27FC236}">
                <a16:creationId xmlns:a16="http://schemas.microsoft.com/office/drawing/2014/main" id="{399B4F61-294B-404A-97CF-AF6AF089DB81}"/>
              </a:ext>
            </a:extLst>
          </p:cNvPr>
          <p:cNvSpPr>
            <a:spLocks xmlns:a="http://schemas.openxmlformats.org/drawingml/2006/main" noGrp="1"/>
          </p:cNvSpPr>
          <p:nvPr/>
        </p:nvSpPr>
        <p:spPr>
          <a:xfrm xmlns:a="http://schemas.openxmlformats.org/drawingml/2006/main">
            <a:off x="7591425" y="5686425"/>
            <a:ext cx="28575" cy="133350"/>
          </a:xfrm>
          <a:prstGeom xmlns:a="http://schemas.openxmlformats.org/drawingml/2006/main" prst="rect">
            <a:avLst/>
          </a:prstGeom>
          <a:solidFill xmlns:a="http://schemas.openxmlformats.org/drawingml/2006/main">
            <a:srgbClr val="F3F0E6"/>
          </a:solidFill>
          <a:ln xmlns:a="http://schemas.openxmlformats.org/drawingml/2006/main" w="0">
            <a:noFill/>
            <a:prstDash val="solid"/>
          </a:ln>
        </p:spPr>
      </p:sp>
      <p:sp>
        <p:nvSpPr>
          <p:cNvPr id="26" name="shape-183">
            <a:extLst xmlns:a="http://schemas.openxmlformats.org/drawingml/2006/main">
              <a:ext uri="{FF2B5EF4-FFF2-40B4-BE49-F238E27FC236}">
                <a16:creationId xmlns:a16="http://schemas.microsoft.com/office/drawing/2014/main" id="{13DC525E-58DF-4E97-8C24-99AFF8AB4C6B}"/>
              </a:ext>
            </a:extLst>
          </p:cNvPr>
          <p:cNvSpPr>
            <a:spLocks xmlns:a="http://schemas.openxmlformats.org/drawingml/2006/main" noGrp="1"/>
          </p:cNvSpPr>
          <p:nvPr/>
        </p:nvSpPr>
        <p:spPr>
          <a:xfrm xmlns:a="http://schemas.openxmlformats.org/drawingml/2006/main">
            <a:off x="7829550" y="5591175"/>
            <a:ext cx="342900" cy="323850"/>
          </a:xfrm>
          <a:prstGeom xmlns:a="http://schemas.openxmlformats.org/drawingml/2006/main" prst="roundRect">
            <a:avLst>
              <a:gd name="adj" fmla="val 41176"/>
            </a:avLst>
          </a:prstGeom>
          <a:solidFill xmlns:a="http://schemas.openxmlformats.org/drawingml/2006/main">
            <a:srgbClr val="26392D">
              <a:alpha val="80000"/>
            </a:srgbClr>
          </a:solidFill>
          <a:ln xmlns:a="http://schemas.openxmlformats.org/drawingml/2006/main" w="9525">
            <a:solidFill>
              <a:srgbClr val="F3F0E6">
                <a:alpha val="35000"/>
              </a:srgbClr>
            </a:solidFill>
            <a:prstDash val="solid"/>
          </a:ln>
        </p:spPr>
      </p:sp>
      <p:sp>
        <p:nvSpPr>
          <p:cNvPr id="27" name="shape-184">
            <a:extLst xmlns:a="http://schemas.openxmlformats.org/drawingml/2006/main">
              <a:ext uri="{FF2B5EF4-FFF2-40B4-BE49-F238E27FC236}">
                <a16:creationId xmlns:a16="http://schemas.microsoft.com/office/drawing/2014/main" id="{959BE862-3591-4938-9828-4FB28AB9D241}"/>
              </a:ext>
            </a:extLst>
          </p:cNvPr>
          <p:cNvSpPr>
            <a:spLocks xmlns:a="http://schemas.openxmlformats.org/drawingml/2006/main" noGrp="1"/>
          </p:cNvSpPr>
          <p:nvPr/>
        </p:nvSpPr>
        <p:spPr>
          <a:xfrm xmlns:a="http://schemas.openxmlformats.org/drawingml/2006/main">
            <a:off x="7934325" y="5686425"/>
            <a:ext cx="133350" cy="133350"/>
          </a:xfrm>
          <a:prstGeom xmlns:a="http://schemas.openxmlformats.org/drawingml/2006/main" prst="rect">
            <a:avLst/>
          </a:prstGeom>
          <a:noFill xmlns:a="http://schemas.openxmlformats.org/drawingml/2006/main"/>
          <a:ln xmlns:a="http://schemas.openxmlformats.org/drawingml/2006/main" w="9525">
            <a:solidFill>
              <a:srgbClr val="F3F0E6"/>
            </a:solidFill>
            <a:prstDash val="solid"/>
          </a:ln>
        </p:spPr>
      </p:sp>
      <p:sp>
        <p:nvSpPr>
          <p:cNvPr id="28" name="shape-185">
            <a:extLst xmlns:a="http://schemas.openxmlformats.org/drawingml/2006/main">
              <a:ext uri="{FF2B5EF4-FFF2-40B4-BE49-F238E27FC236}">
                <a16:creationId xmlns:a16="http://schemas.microsoft.com/office/drawing/2014/main" id="{620BDEEB-7F8F-4AD1-B91A-C973B07D4794}"/>
              </a:ext>
            </a:extLst>
          </p:cNvPr>
          <p:cNvSpPr>
            <a:spLocks xmlns:a="http://schemas.openxmlformats.org/drawingml/2006/main" noGrp="1"/>
          </p:cNvSpPr>
          <p:nvPr/>
        </p:nvSpPr>
        <p:spPr>
          <a:xfrm xmlns:a="http://schemas.openxmlformats.org/drawingml/2006/main">
            <a:off x="2600325" y="4762500"/>
            <a:ext cx="3819525" cy="400050"/>
          </a:xfrm>
          <a:prstGeom xmlns:a="http://schemas.openxmlformats.org/drawingml/2006/main" prst="roundRect">
            <a:avLst>
              <a:gd name="adj" fmla="val 19048"/>
            </a:avLst>
          </a:prstGeom>
          <a:solidFill xmlns:a="http://schemas.openxmlformats.org/drawingml/2006/main">
            <a:srgbClr val="F3F0E6"/>
          </a:solidFill>
          <a:ln xmlns:a="http://schemas.openxmlformats.org/drawingml/2006/main" w="0">
            <a:noFill/>
            <a:prstDash val="solid"/>
          </a:ln>
        </p:spPr>
      </p:sp>
      <p:sp>
        <p:nvSpPr>
          <p:cNvPr id="29" name="text-187">
            <a:extLst xmlns:a="http://schemas.openxmlformats.org/drawingml/2006/main">
              <a:ext uri="{FF2B5EF4-FFF2-40B4-BE49-F238E27FC236}">
                <a16:creationId xmlns:a16="http://schemas.microsoft.com/office/drawing/2014/main" id="{E45E48FB-7C92-4C00-826F-DFB2218E3CCD}"/>
              </a:ext>
            </a:extLst>
          </p:cNvPr>
          <p:cNvSpPr>
            <a:spLocks xmlns:a="http://schemas.openxmlformats.org/drawingml/2006/main" noGrp="1"/>
          </p:cNvSpPr>
          <p:nvPr/>
        </p:nvSpPr>
        <p:spPr>
          <a:xfrm xmlns:a="http://schemas.openxmlformats.org/drawingml/2006/main">
            <a:off x="2695575" y="4762500"/>
            <a:ext cx="3629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293930"/>
                </a:solidFill>
                <a:latin typeface="Arial"/>
                <a:ea typeface="Arial"/>
                <a:cs typeface="Arial"/>
              </a:defRPr>
            </a:defPPr>
            <a:lvl1pPr algn="ctr">
              <a:defRPr sz="1350" b="0">
                <a:solidFill>
                  <a:srgbClr val="293930"/>
                </a:solidFill>
                <a:latin typeface="Arial"/>
                <a:ea typeface="Arial"/>
                <a:cs typeface="Arial"/>
              </a:defRPr>
            </a:lvl1pPr>
            <a:lvl2pPr algn="ctr">
              <a:defRPr sz="1350" b="0">
                <a:solidFill>
                  <a:srgbClr val="293930"/>
                </a:solidFill>
                <a:latin typeface="Arial"/>
                <a:ea typeface="Arial"/>
                <a:cs typeface="Arial"/>
              </a:defRPr>
            </a:lvl2pPr>
            <a:lvl3pPr algn="ctr">
              <a:defRPr sz="1350" b="0">
                <a:solidFill>
                  <a:srgbClr val="293930"/>
                </a:solidFill>
                <a:latin typeface="Arial"/>
                <a:ea typeface="Arial"/>
                <a:cs typeface="Arial"/>
              </a:defRPr>
            </a:lvl3pPr>
            <a:lvl4pPr algn="ctr">
              <a:defRPr sz="1350" b="0">
                <a:solidFill>
                  <a:srgbClr val="293930"/>
                </a:solidFill>
                <a:latin typeface="Arial"/>
                <a:ea typeface="Arial"/>
                <a:cs typeface="Arial"/>
              </a:defRPr>
            </a:lvl4pPr>
            <a:lvl5pPr algn="ctr">
              <a:defRPr sz="1350" b="0">
                <a:solidFill>
                  <a:srgbClr val="293930"/>
                </a:solidFill>
                <a:latin typeface="Arial"/>
                <a:ea typeface="Arial"/>
                <a:cs typeface="Arial"/>
              </a:defRPr>
            </a:lvl5pPr>
            <a:lvl6pPr algn="ctr">
              <a:defRPr sz="1350" b="0">
                <a:solidFill>
                  <a:srgbClr val="293930"/>
                </a:solidFill>
                <a:latin typeface="Arial"/>
                <a:ea typeface="Arial"/>
                <a:cs typeface="Arial"/>
              </a:defRPr>
            </a:lvl6pPr>
            <a:lvl7pPr algn="ctr">
              <a:defRPr sz="1350" b="0">
                <a:solidFill>
                  <a:srgbClr val="293930"/>
                </a:solidFill>
                <a:latin typeface="Arial"/>
                <a:ea typeface="Arial"/>
                <a:cs typeface="Arial"/>
              </a:defRPr>
            </a:lvl7pPr>
            <a:lvl8pPr algn="ctr">
              <a:defRPr sz="1350" b="0">
                <a:solidFill>
                  <a:srgbClr val="293930"/>
                </a:solidFill>
                <a:latin typeface="Arial"/>
                <a:ea typeface="Arial"/>
                <a:cs typeface="Arial"/>
              </a:defRPr>
            </a:lvl8pPr>
            <a:lvl9pPr algn="ctr">
              <a:defRPr sz="1350" b="0">
                <a:solidFill>
                  <a:srgbClr val="293930"/>
                </a:solidFill>
                <a:latin typeface="Arial"/>
                <a:ea typeface="Arial"/>
                <a:cs typeface="Arial"/>
              </a:defRPr>
            </a:lvl9pPr>
          </a:lstStyle>
          <a:p xmlns:a="http://schemas.openxmlformats.org/drawingml/2006/main">
            <a:pPr algn="ctr">
              <a:defRPr sz="1350" b="0">
                <a:solidFill>
                  <a:srgbClr val="293930"/>
                </a:solidFill>
                <a:latin typeface="Arial"/>
                <a:ea typeface="Arial"/>
                <a:cs typeface="Arial"/>
              </a:defRPr>
            </a:pPr>
            <a:r>
              <a:rPr sz="1350" b="0">
                <a:solidFill>
                  <a:srgbClr val="293930"/>
                </a:solidFill>
                <a:latin typeface="Arial"/>
                <a:ea typeface="Arial"/>
                <a:cs typeface="Arial"/>
              </a:rPr>
              <a:t>Download started</a:t>
            </a:r>
          </a:p>
        </p:txBody>
      </p:sp>
      <p:sp>
        <p:nvSpPr>
          <p:cNvPr id="30" name="text-189">
            <a:extLst xmlns:a="http://schemas.openxmlformats.org/drawingml/2006/main">
              <a:ext uri="{FF2B5EF4-FFF2-40B4-BE49-F238E27FC236}">
                <a16:creationId xmlns:a16="http://schemas.microsoft.com/office/drawing/2014/main" id="{7593421D-9F1E-4F36-9EA7-D19F90F49891}"/>
              </a:ext>
            </a:extLst>
          </p:cNvPr>
          <p:cNvSpPr>
            <a:spLocks xmlns:a="http://schemas.openxmlformats.org/drawingml/2006/main" noGrp="1"/>
          </p:cNvSpPr>
          <p:nvPr/>
        </p:nvSpPr>
        <p:spPr>
          <a:xfrm xmlns:a="http://schemas.openxmlformats.org/drawingml/2006/main">
            <a:off x="8896350" y="16573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4705F"/>
                </a:solidFill>
                <a:latin typeface="Arial"/>
                <a:ea typeface="Arial"/>
                <a:cs typeface="Arial"/>
              </a:defRPr>
            </a:defPPr>
            <a:lvl1pPr algn="l">
              <a:defRPr sz="1050" b="1">
                <a:solidFill>
                  <a:srgbClr val="64705F"/>
                </a:solidFill>
                <a:latin typeface="Arial"/>
                <a:ea typeface="Arial"/>
                <a:cs typeface="Arial"/>
              </a:defRPr>
            </a:lvl1pPr>
            <a:lvl2pPr algn="l">
              <a:defRPr sz="1050" b="1">
                <a:solidFill>
                  <a:srgbClr val="64705F"/>
                </a:solidFill>
                <a:latin typeface="Arial"/>
                <a:ea typeface="Arial"/>
                <a:cs typeface="Arial"/>
              </a:defRPr>
            </a:lvl2pPr>
            <a:lvl3pPr algn="l">
              <a:defRPr sz="1050" b="1">
                <a:solidFill>
                  <a:srgbClr val="64705F"/>
                </a:solidFill>
                <a:latin typeface="Arial"/>
                <a:ea typeface="Arial"/>
                <a:cs typeface="Arial"/>
              </a:defRPr>
            </a:lvl3pPr>
            <a:lvl4pPr algn="l">
              <a:defRPr sz="1050" b="1">
                <a:solidFill>
                  <a:srgbClr val="64705F"/>
                </a:solidFill>
                <a:latin typeface="Arial"/>
                <a:ea typeface="Arial"/>
                <a:cs typeface="Arial"/>
              </a:defRPr>
            </a:lvl4pPr>
            <a:lvl5pPr algn="l">
              <a:defRPr sz="1050" b="1">
                <a:solidFill>
                  <a:srgbClr val="64705F"/>
                </a:solidFill>
                <a:latin typeface="Arial"/>
                <a:ea typeface="Arial"/>
                <a:cs typeface="Arial"/>
              </a:defRPr>
            </a:lvl5pPr>
            <a:lvl6pPr algn="l">
              <a:defRPr sz="1050" b="1">
                <a:solidFill>
                  <a:srgbClr val="64705F"/>
                </a:solidFill>
                <a:latin typeface="Arial"/>
                <a:ea typeface="Arial"/>
                <a:cs typeface="Arial"/>
              </a:defRPr>
            </a:lvl6pPr>
            <a:lvl7pPr algn="l">
              <a:defRPr sz="1050" b="1">
                <a:solidFill>
                  <a:srgbClr val="64705F"/>
                </a:solidFill>
                <a:latin typeface="Arial"/>
                <a:ea typeface="Arial"/>
                <a:cs typeface="Arial"/>
              </a:defRPr>
            </a:lvl7pPr>
            <a:lvl8pPr algn="l">
              <a:defRPr sz="1050" b="1">
                <a:solidFill>
                  <a:srgbClr val="64705F"/>
                </a:solidFill>
                <a:latin typeface="Arial"/>
                <a:ea typeface="Arial"/>
                <a:cs typeface="Arial"/>
              </a:defRPr>
            </a:lvl8pPr>
            <a:lvl9pPr algn="l">
              <a:defRPr sz="1050" b="1">
                <a:solidFill>
                  <a:srgbClr val="64705F"/>
                </a:solidFill>
                <a:latin typeface="Arial"/>
                <a:ea typeface="Arial"/>
                <a:cs typeface="Arial"/>
              </a:defRPr>
            </a:lvl9pPr>
          </a:lstStyle>
          <a:p xmlns:a="http://schemas.openxmlformats.org/drawingml/2006/main">
            <a:pPr algn="l">
              <a:defRPr sz="1050" b="1">
                <a:solidFill>
                  <a:srgbClr val="64705F"/>
                </a:solidFill>
                <a:latin typeface="Arial"/>
                <a:ea typeface="Arial"/>
                <a:cs typeface="Arial"/>
              </a:defRPr>
            </a:pPr>
            <a:r>
              <a:rPr sz="1050" b="1">
                <a:solidFill>
                  <a:srgbClr val="64705F"/>
                </a:solidFill>
                <a:latin typeface="Arial"/>
                <a:ea typeface="Arial"/>
                <a:cs typeface="Arial"/>
              </a:rPr>
              <a:t>AFTER DOWNLOAD</a:t>
            </a:r>
          </a:p>
        </p:txBody>
      </p:sp>
      <p:sp>
        <p:nvSpPr>
          <p:cNvPr id="31" name="text-191">
            <a:extLst xmlns:a="http://schemas.openxmlformats.org/drawingml/2006/main">
              <a:ext uri="{FF2B5EF4-FFF2-40B4-BE49-F238E27FC236}">
                <a16:creationId xmlns:a16="http://schemas.microsoft.com/office/drawing/2014/main" id="{8A56C812-4A20-4092-A56E-47208525B9E8}"/>
              </a:ext>
            </a:extLst>
          </p:cNvPr>
          <p:cNvSpPr>
            <a:spLocks xmlns:a="http://schemas.openxmlformats.org/drawingml/2006/main" noGrp="1"/>
          </p:cNvSpPr>
          <p:nvPr/>
        </p:nvSpPr>
        <p:spPr>
          <a:xfrm xmlns:a="http://schemas.openxmlformats.org/drawingml/2006/main">
            <a:off x="8896350" y="2095500"/>
            <a:ext cx="2781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Back to the shared present</a:t>
            </a:r>
          </a:p>
        </p:txBody>
      </p:sp>
      <p:sp>
        <p:nvSpPr>
          <p:cNvPr id="32" name="text-193">
            <a:extLst xmlns:a="http://schemas.openxmlformats.org/drawingml/2006/main">
              <a:ext uri="{FF2B5EF4-FFF2-40B4-BE49-F238E27FC236}">
                <a16:creationId xmlns:a16="http://schemas.microsoft.com/office/drawing/2014/main" id="{76046FDC-D074-43E3-A2A0-A06A544EFBEB}"/>
              </a:ext>
            </a:extLst>
          </p:cNvPr>
          <p:cNvSpPr>
            <a:spLocks xmlns:a="http://schemas.openxmlformats.org/drawingml/2006/main" noGrp="1"/>
          </p:cNvSpPr>
          <p:nvPr/>
        </p:nvSpPr>
        <p:spPr>
          <a:xfrm xmlns:a="http://schemas.openxmlformats.org/drawingml/2006/main">
            <a:off x="8896350" y="3505200"/>
            <a:ext cx="27432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93930"/>
                </a:solidFill>
                <a:latin typeface="Arial"/>
                <a:ea typeface="Arial"/>
                <a:cs typeface="Arial"/>
              </a:defRPr>
            </a:defPPr>
            <a:lvl1pPr algn="l">
              <a:defRPr sz="1500" b="0">
                <a:solidFill>
                  <a:srgbClr val="293930"/>
                </a:solidFill>
                <a:latin typeface="Arial"/>
                <a:ea typeface="Arial"/>
                <a:cs typeface="Arial"/>
              </a:defRPr>
            </a:lvl1pPr>
            <a:lvl2pPr algn="l">
              <a:defRPr sz="1500" b="0">
                <a:solidFill>
                  <a:srgbClr val="293930"/>
                </a:solidFill>
                <a:latin typeface="Arial"/>
                <a:ea typeface="Arial"/>
                <a:cs typeface="Arial"/>
              </a:defRPr>
            </a:lvl2pPr>
            <a:lvl3pPr algn="l">
              <a:defRPr sz="1500" b="0">
                <a:solidFill>
                  <a:srgbClr val="293930"/>
                </a:solidFill>
                <a:latin typeface="Arial"/>
                <a:ea typeface="Arial"/>
                <a:cs typeface="Arial"/>
              </a:defRPr>
            </a:lvl3pPr>
            <a:lvl4pPr algn="l">
              <a:defRPr sz="1500" b="0">
                <a:solidFill>
                  <a:srgbClr val="293930"/>
                </a:solidFill>
                <a:latin typeface="Arial"/>
                <a:ea typeface="Arial"/>
                <a:cs typeface="Arial"/>
              </a:defRPr>
            </a:lvl4pPr>
            <a:lvl5pPr algn="l">
              <a:defRPr sz="1500" b="0">
                <a:solidFill>
                  <a:srgbClr val="293930"/>
                </a:solidFill>
                <a:latin typeface="Arial"/>
                <a:ea typeface="Arial"/>
                <a:cs typeface="Arial"/>
              </a:defRPr>
            </a:lvl5pPr>
            <a:lvl6pPr algn="l">
              <a:defRPr sz="1500" b="0">
                <a:solidFill>
                  <a:srgbClr val="293930"/>
                </a:solidFill>
                <a:latin typeface="Arial"/>
                <a:ea typeface="Arial"/>
                <a:cs typeface="Arial"/>
              </a:defRPr>
            </a:lvl6pPr>
            <a:lvl7pPr algn="l">
              <a:defRPr sz="1500" b="0">
                <a:solidFill>
                  <a:srgbClr val="293930"/>
                </a:solidFill>
                <a:latin typeface="Arial"/>
                <a:ea typeface="Arial"/>
                <a:cs typeface="Arial"/>
              </a:defRPr>
            </a:lvl7pPr>
            <a:lvl8pPr algn="l">
              <a:defRPr sz="1500" b="0">
                <a:solidFill>
                  <a:srgbClr val="293930"/>
                </a:solidFill>
                <a:latin typeface="Arial"/>
                <a:ea typeface="Arial"/>
                <a:cs typeface="Arial"/>
              </a:defRPr>
            </a:lvl8pPr>
            <a:lvl9pPr algn="l">
              <a:defRPr sz="1500" b="0">
                <a:solidFill>
                  <a:srgbClr val="293930"/>
                </a:solidFill>
                <a:latin typeface="Arial"/>
                <a:ea typeface="Arial"/>
                <a:cs typeface="Arial"/>
              </a:defRPr>
            </a:lvl9pPr>
          </a:lstStyle>
          <a:p xmlns:a="http://schemas.openxmlformats.org/drawingml/2006/main">
            <a:pPr algn="l">
              <a:defRPr sz="1500" b="0">
                <a:solidFill>
                  <a:srgbClr val="293930"/>
                </a:solidFill>
                <a:latin typeface="Arial"/>
                <a:ea typeface="Arial"/>
                <a:cs typeface="Arial"/>
              </a:defRPr>
            </a:pPr>
            <a:r>
              <a:rPr sz="1500" b="0">
                <a:solidFill>
                  <a:srgbClr val="293930"/>
                </a:solidFill>
                <a:latin typeface="Arial"/>
                <a:ea typeface="Arial"/>
                <a:cs typeface="Arial"/>
              </a:rPr>
              <a:t>The app starts the download, closes the dialog, and returns focus to Keep this view.</a:t>
            </a:r>
          </a:p>
        </p:txBody>
      </p:sp>
      <p:sp>
        <p:nvSpPr>
          <p:cNvPr id="33" name="shape-194">
            <a:extLst xmlns:a="http://schemas.openxmlformats.org/drawingml/2006/main">
              <a:ext uri="{FF2B5EF4-FFF2-40B4-BE49-F238E27FC236}">
                <a16:creationId xmlns:a16="http://schemas.microsoft.com/office/drawing/2014/main" id="{8D267D7D-C5E4-4652-8838-AB65669AB758}"/>
              </a:ext>
            </a:extLst>
          </p:cNvPr>
          <p:cNvSpPr>
            <a:spLocks xmlns:a="http://schemas.openxmlformats.org/drawingml/2006/main" noGrp="1"/>
          </p:cNvSpPr>
          <p:nvPr/>
        </p:nvSpPr>
        <p:spPr>
          <a:xfrm xmlns:a="http://schemas.openxmlformats.org/drawingml/2006/main">
            <a:off x="8896350" y="5067300"/>
            <a:ext cx="27241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34" name="text-196">
            <a:extLst xmlns:a="http://schemas.openxmlformats.org/drawingml/2006/main">
              <a:ext uri="{FF2B5EF4-FFF2-40B4-BE49-F238E27FC236}">
                <a16:creationId xmlns:a16="http://schemas.microsoft.com/office/drawing/2014/main" id="{32231765-0568-4123-A780-8EB292EF2D53}"/>
              </a:ext>
            </a:extLst>
          </p:cNvPr>
          <p:cNvSpPr>
            <a:spLocks xmlns:a="http://schemas.openxmlformats.org/drawingml/2006/main" noGrp="1"/>
          </p:cNvSpPr>
          <p:nvPr/>
        </p:nvSpPr>
        <p:spPr>
          <a:xfrm xmlns:a="http://schemas.openxmlformats.org/drawingml/2006/main">
            <a:off x="8896350" y="52387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The message says “Download started.” The app does not claim that the file reached the device.</a:t>
            </a:r>
          </a:p>
        </p:txBody>
      </p:sp>
    </p:spTree>
    <p:extLst>
      <p:ext uri="{BB962C8B-B14F-4D97-AF65-F5344CB8AC3E}">
        <p14:creationId xmlns:p14="http://schemas.microsoft.com/office/powerpoint/2010/main" val="734049707"/>
      </p:ext>
    </p:extLst>
  </p:cSld>
</p:sld>
</file>

<file path=ppt/slides/slide7.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34" name="text-198">
            <a:extLst xmlns:a="http://schemas.openxmlformats.org/drawingml/2006/main">
              <a:ext uri="{FF2B5EF4-FFF2-40B4-BE49-F238E27FC236}">
                <a16:creationId xmlns:a16="http://schemas.microsoft.com/office/drawing/2014/main" id="{5DBCFA07-A42A-4237-A62C-F6C8F7A3256D}"/>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05  A phone keeps the view the visitor framed</a:t>
            </a:r>
          </a:p>
        </p:txBody>
      </p:sp>
      <p:sp>
        <p:nvSpPr>
          <p:cNvPr id="2" name="text-200">
            <a:extLst xmlns:a="http://schemas.openxmlformats.org/drawingml/2006/main">
              <a:ext uri="{FF2B5EF4-FFF2-40B4-BE49-F238E27FC236}">
                <a16:creationId xmlns:a16="http://schemas.microsoft.com/office/drawing/2014/main" id="{E3C41A49-EA1C-4570-ABEF-78F4C7CF4BAC}"/>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export preserves the current pan and portrait crop</a:t>
            </a:r>
          </a:p>
        </p:txBody>
      </p:sp>
      <p:sp>
        <p:nvSpPr>
          <p:cNvPr id="3" name="shape-201">
            <a:extLst xmlns:a="http://schemas.openxmlformats.org/drawingml/2006/main">
              <a:ext uri="{FF2B5EF4-FFF2-40B4-BE49-F238E27FC236}">
                <a16:creationId xmlns:a16="http://schemas.microsoft.com/office/drawing/2014/main" id="{525BAF9A-5413-47A7-A986-A70D9E60984F}"/>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203">
            <a:extLst xmlns:a="http://schemas.openxmlformats.org/drawingml/2006/main">
              <a:ext uri="{FF2B5EF4-FFF2-40B4-BE49-F238E27FC236}">
                <a16:creationId xmlns:a16="http://schemas.microsoft.com/office/drawing/2014/main" id="{1327F6CC-3FA5-49F2-A723-83B0EF97EC22}"/>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205">
            <a:extLst xmlns:a="http://schemas.openxmlformats.org/drawingml/2006/main">
              <a:ext uri="{FF2B5EF4-FFF2-40B4-BE49-F238E27FC236}">
                <a16:creationId xmlns:a16="http://schemas.microsoft.com/office/drawing/2014/main" id="{6AA6B437-3A2F-40DE-90C6-BE4DE3E6C07C}"/>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07</a:t>
            </a:r>
          </a:p>
        </p:txBody>
      </p:sp>
      <p:sp>
        <p:nvSpPr>
          <p:cNvPr id="6" name="shape-206">
            <a:extLst xmlns:a="http://schemas.openxmlformats.org/drawingml/2006/main">
              <a:ext uri="{FF2B5EF4-FFF2-40B4-BE49-F238E27FC236}">
                <a16:creationId xmlns:a16="http://schemas.microsoft.com/office/drawing/2014/main" id="{91787AA6-2E7A-4E29-8528-DB541629D7DF}"/>
              </a:ext>
            </a:extLst>
          </p:cNvPr>
          <p:cNvSpPr>
            <a:spLocks xmlns:a="http://schemas.openxmlformats.org/drawingml/2006/main" noGrp="1"/>
          </p:cNvSpPr>
          <p:nvPr/>
        </p:nvSpPr>
        <p:spPr>
          <a:xfrm xmlns:a="http://schemas.openxmlformats.org/drawingml/2006/main">
            <a:off x="666750" y="1571625"/>
            <a:ext cx="2552700" cy="4610100"/>
          </a:xfrm>
          <a:prstGeom xmlns:a="http://schemas.openxmlformats.org/drawingml/2006/main" prst="roundRect">
            <a:avLst>
              <a:gd name="adj" fmla="val 6716"/>
            </a:avLst>
          </a:prstGeom>
          <a:solidFill xmlns:a="http://schemas.openxmlformats.org/drawingml/2006/main">
            <a:srgbClr val="25372D"/>
          </a:solidFill>
          <a:ln xmlns:a="http://schemas.openxmlformats.org/drawingml/2006/main" w="0">
            <a:noFill/>
            <a:prstDash val="solid"/>
          </a:ln>
        </p:spPr>
      </p:sp>
      <p:sp>
        <p:nvSpPr>
          <p:cNvPr id="7" name="shape-207">
            <a:extLst xmlns:a="http://schemas.openxmlformats.org/drawingml/2006/main">
              <a:ext uri="{FF2B5EF4-FFF2-40B4-BE49-F238E27FC236}">
                <a16:creationId xmlns:a16="http://schemas.microsoft.com/office/drawing/2014/main" id="{FB3E6E80-8C78-4B32-9A92-33344FCE24B9}"/>
              </a:ext>
            </a:extLst>
          </p:cNvPr>
          <p:cNvSpPr>
            <a:spLocks xmlns:a="http://schemas.openxmlformats.org/drawingml/2006/main" noGrp="1"/>
          </p:cNvSpPr>
          <p:nvPr/>
        </p:nvSpPr>
        <p:spPr>
          <a:xfrm xmlns:a="http://schemas.openxmlformats.org/drawingml/2006/main">
            <a:off x="3743325" y="1571625"/>
            <a:ext cx="2552700" cy="4610100"/>
          </a:xfrm>
          <a:prstGeom xmlns:a="http://schemas.openxmlformats.org/drawingml/2006/main" prst="roundRect">
            <a:avLst>
              <a:gd name="adj" fmla="val 6716"/>
            </a:avLst>
          </a:prstGeom>
          <a:solidFill xmlns:a="http://schemas.openxmlformats.org/drawingml/2006/main">
            <a:srgbClr val="25372D"/>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EC3E1C83-BE39-4C18-A2D3-A174EF038728}"/>
              </a:ext>
            </a:extLst>
          </p:cNvPr>
          <p:cNvPicPr>
            <a:picLocks xmlns:a="http://schemas.openxmlformats.org/drawingml/2006/main" noChangeAspect="1"/>
          </p:cNvPicPr>
          <p:nvPr/>
        </p:nvPicPr>
        <p:blipFill>
          <a:blip xmlns:r="http://schemas.openxmlformats.org/officeDocument/2006/relationships" xmlns:a="http://schemas.openxmlformats.org/drawingml/2006/main" r:embed="R0487503348af4b34"/>
          <a:srcRect xmlns:a="http://schemas.openxmlformats.org/drawingml/2006/main" l="17000" t="0" r="53000" b="0"/>
          <a:stretch xmlns:a="http://schemas.openxmlformats.org/drawingml/2006/main"/>
        </p:blipFill>
        <p:spPr>
          <a:xfrm xmlns:a="http://schemas.openxmlformats.org/drawingml/2006/main">
            <a:off x="752475" y="1657350"/>
            <a:ext cx="2381250" cy="4438650"/>
          </a:xfrm>
          <a:prstGeom xmlns:a="http://schemas.openxmlformats.org/drawingml/2006/main" prst="rect">
            <a:avLst/>
          </a:prstGeom>
        </p:spPr>
      </p:pic>
      <p:sp>
        <p:nvSpPr>
          <p:cNvPr id="9" name="shape-208">
            <a:extLst xmlns:a="http://schemas.openxmlformats.org/drawingml/2006/main">
              <a:ext uri="{FF2B5EF4-FFF2-40B4-BE49-F238E27FC236}">
                <a16:creationId xmlns:a16="http://schemas.microsoft.com/office/drawing/2014/main" id="{943C0FB5-D503-4D40-A8D7-D1FFF589E433}"/>
              </a:ext>
            </a:extLst>
          </p:cNvPr>
          <p:cNvSpPr>
            <a:spLocks xmlns:a="http://schemas.openxmlformats.org/drawingml/2006/main" noGrp="1"/>
          </p:cNvSpPr>
          <p:nvPr/>
        </p:nvSpPr>
        <p:spPr>
          <a:xfrm xmlns:a="http://schemas.openxmlformats.org/drawingml/2006/main">
            <a:off x="752475" y="4762500"/>
            <a:ext cx="2381250" cy="1333500"/>
          </a:xfrm>
          <a:prstGeom xmlns:a="http://schemas.openxmlformats.org/drawingml/2006/main" prst="rect">
            <a:avLst/>
          </a:prstGeom>
          <a:gradFill xmlns:a="http://schemas.openxmlformats.org/drawingml/2006/main">
            <a:gsLst>
              <a:gs pos="0">
                <a:srgbClr val="17271E">
                  <a:alpha val="0"/>
                </a:srgbClr>
              </a:gs>
              <a:gs pos="100000">
                <a:srgbClr val="17271E">
                  <a:alpha val="88000"/>
                </a:srgbClr>
              </a:gs>
            </a:gsLst>
            <a:lin ang="5400000"/>
          </a:gradFill>
          <a:ln xmlns:a="http://schemas.openxmlformats.org/drawingml/2006/main" w="0">
            <a:noFill/>
            <a:prstDash val="solid"/>
          </a:ln>
        </p:spPr>
      </p:sp>
      <p:sp>
        <p:nvSpPr>
          <p:cNvPr id="10" name="text-210">
            <a:extLst xmlns:a="http://schemas.openxmlformats.org/drawingml/2006/main">
              <a:ext uri="{FF2B5EF4-FFF2-40B4-BE49-F238E27FC236}">
                <a16:creationId xmlns:a16="http://schemas.microsoft.com/office/drawing/2014/main" id="{162E2308-A704-4DC6-AC22-F28950FCE29E}"/>
              </a:ext>
            </a:extLst>
          </p:cNvPr>
          <p:cNvSpPr>
            <a:spLocks xmlns:a="http://schemas.openxmlformats.org/drawingml/2006/main" noGrp="1"/>
          </p:cNvSpPr>
          <p:nvPr/>
        </p:nvSpPr>
        <p:spPr>
          <a:xfrm xmlns:a="http://schemas.openxmlformats.org/drawingml/2006/main">
            <a:off x="9144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0E6"/>
                </a:solidFill>
                <a:latin typeface="Georgia"/>
                <a:ea typeface="Georgia"/>
                <a:cs typeface="Georgia"/>
              </a:defRPr>
            </a:defPPr>
            <a:lvl1pPr algn="l">
              <a:defRPr sz="1800" b="0">
                <a:solidFill>
                  <a:srgbClr val="F3F0E6"/>
                </a:solidFill>
                <a:latin typeface="Georgia"/>
                <a:ea typeface="Georgia"/>
                <a:cs typeface="Georgia"/>
              </a:defRPr>
            </a:lvl1pPr>
            <a:lvl2pPr algn="l">
              <a:defRPr sz="1800" b="0">
                <a:solidFill>
                  <a:srgbClr val="F3F0E6"/>
                </a:solidFill>
                <a:latin typeface="Georgia"/>
                <a:ea typeface="Georgia"/>
                <a:cs typeface="Georgia"/>
              </a:defRPr>
            </a:lvl2pPr>
            <a:lvl3pPr algn="l">
              <a:defRPr sz="1800" b="0">
                <a:solidFill>
                  <a:srgbClr val="F3F0E6"/>
                </a:solidFill>
                <a:latin typeface="Georgia"/>
                <a:ea typeface="Georgia"/>
                <a:cs typeface="Georgia"/>
              </a:defRPr>
            </a:lvl3pPr>
            <a:lvl4pPr algn="l">
              <a:defRPr sz="1800" b="0">
                <a:solidFill>
                  <a:srgbClr val="F3F0E6"/>
                </a:solidFill>
                <a:latin typeface="Georgia"/>
                <a:ea typeface="Georgia"/>
                <a:cs typeface="Georgia"/>
              </a:defRPr>
            </a:lvl4pPr>
            <a:lvl5pPr algn="l">
              <a:defRPr sz="1800" b="0">
                <a:solidFill>
                  <a:srgbClr val="F3F0E6"/>
                </a:solidFill>
                <a:latin typeface="Georgia"/>
                <a:ea typeface="Georgia"/>
                <a:cs typeface="Georgia"/>
              </a:defRPr>
            </a:lvl5pPr>
            <a:lvl6pPr algn="l">
              <a:defRPr sz="1800" b="0">
                <a:solidFill>
                  <a:srgbClr val="F3F0E6"/>
                </a:solidFill>
                <a:latin typeface="Georgia"/>
                <a:ea typeface="Georgia"/>
                <a:cs typeface="Georgia"/>
              </a:defRPr>
            </a:lvl6pPr>
            <a:lvl7pPr algn="l">
              <a:defRPr sz="1800" b="0">
                <a:solidFill>
                  <a:srgbClr val="F3F0E6"/>
                </a:solidFill>
                <a:latin typeface="Georgia"/>
                <a:ea typeface="Georgia"/>
                <a:cs typeface="Georgia"/>
              </a:defRPr>
            </a:lvl7pPr>
            <a:lvl8pPr algn="l">
              <a:defRPr sz="1800" b="0">
                <a:solidFill>
                  <a:srgbClr val="F3F0E6"/>
                </a:solidFill>
                <a:latin typeface="Georgia"/>
                <a:ea typeface="Georgia"/>
                <a:cs typeface="Georgia"/>
              </a:defRPr>
            </a:lvl8pPr>
            <a:lvl9pPr algn="l">
              <a:defRPr sz="1800" b="0">
                <a:solidFill>
                  <a:srgbClr val="F3F0E6"/>
                </a:solidFill>
                <a:latin typeface="Georgia"/>
                <a:ea typeface="Georgia"/>
                <a:cs typeface="Georgia"/>
              </a:defRPr>
            </a:lvl9pPr>
          </a:lstStyle>
          <a:p xmlns:a="http://schemas.openxmlformats.org/drawingml/2006/main">
            <a:pPr algn="l">
              <a:defRPr sz="1800" b="0">
                <a:solidFill>
                  <a:srgbClr val="F3F0E6"/>
                </a:solidFill>
                <a:latin typeface="Georgia"/>
                <a:ea typeface="Georgia"/>
                <a:cs typeface="Georgia"/>
              </a:defRPr>
            </a:pPr>
            <a:r>
              <a:rPr sz="1800" b="0">
                <a:solidFill>
                  <a:srgbClr val="F3F0E6"/>
                </a:solidFill>
                <a:latin typeface="Georgia"/>
                <a:ea typeface="Georgia"/>
                <a:cs typeface="Georgia"/>
              </a:rPr>
              <a:t>a view.</a:t>
            </a:r>
          </a:p>
        </p:txBody>
      </p:sp>
      <p:sp>
        <p:nvSpPr>
          <p:cNvPr id="11" name="text-212">
            <a:extLst xmlns:a="http://schemas.openxmlformats.org/drawingml/2006/main">
              <a:ext uri="{FF2B5EF4-FFF2-40B4-BE49-F238E27FC236}">
                <a16:creationId xmlns:a16="http://schemas.microsoft.com/office/drawing/2014/main" id="{18ED0C07-4933-45F9-AF65-4324BAD037D7}"/>
              </a:ext>
            </a:extLst>
          </p:cNvPr>
          <p:cNvSpPr>
            <a:spLocks xmlns:a="http://schemas.openxmlformats.org/drawingml/2006/main" noGrp="1"/>
          </p:cNvSpPr>
          <p:nvPr/>
        </p:nvSpPr>
        <p:spPr>
          <a:xfrm xmlns:a="http://schemas.openxmlformats.org/drawingml/2006/main">
            <a:off x="914400" y="4867275"/>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3F0E6"/>
                </a:solidFill>
                <a:latin typeface="Georgia"/>
                <a:ea typeface="Georgia"/>
                <a:cs typeface="Georgia"/>
              </a:defRPr>
            </a:defPPr>
            <a:lvl1pPr algn="l">
              <a:defRPr sz="2025" b="0">
                <a:solidFill>
                  <a:srgbClr val="F3F0E6"/>
                </a:solidFill>
                <a:latin typeface="Georgia"/>
                <a:ea typeface="Georgia"/>
                <a:cs typeface="Georgia"/>
              </a:defRPr>
            </a:lvl1pPr>
            <a:lvl2pPr algn="l">
              <a:defRPr sz="2025" b="0">
                <a:solidFill>
                  <a:srgbClr val="F3F0E6"/>
                </a:solidFill>
                <a:latin typeface="Georgia"/>
                <a:ea typeface="Georgia"/>
                <a:cs typeface="Georgia"/>
              </a:defRPr>
            </a:lvl2pPr>
            <a:lvl3pPr algn="l">
              <a:defRPr sz="2025" b="0">
                <a:solidFill>
                  <a:srgbClr val="F3F0E6"/>
                </a:solidFill>
                <a:latin typeface="Georgia"/>
                <a:ea typeface="Georgia"/>
                <a:cs typeface="Georgia"/>
              </a:defRPr>
            </a:lvl3pPr>
            <a:lvl4pPr algn="l">
              <a:defRPr sz="2025" b="0">
                <a:solidFill>
                  <a:srgbClr val="F3F0E6"/>
                </a:solidFill>
                <a:latin typeface="Georgia"/>
                <a:ea typeface="Georgia"/>
                <a:cs typeface="Georgia"/>
              </a:defRPr>
            </a:lvl4pPr>
            <a:lvl5pPr algn="l">
              <a:defRPr sz="2025" b="0">
                <a:solidFill>
                  <a:srgbClr val="F3F0E6"/>
                </a:solidFill>
                <a:latin typeface="Georgia"/>
                <a:ea typeface="Georgia"/>
                <a:cs typeface="Georgia"/>
              </a:defRPr>
            </a:lvl5pPr>
            <a:lvl6pPr algn="l">
              <a:defRPr sz="2025" b="0">
                <a:solidFill>
                  <a:srgbClr val="F3F0E6"/>
                </a:solidFill>
                <a:latin typeface="Georgia"/>
                <a:ea typeface="Georgia"/>
                <a:cs typeface="Georgia"/>
              </a:defRPr>
            </a:lvl6pPr>
            <a:lvl7pPr algn="l">
              <a:defRPr sz="2025" b="0">
                <a:solidFill>
                  <a:srgbClr val="F3F0E6"/>
                </a:solidFill>
                <a:latin typeface="Georgia"/>
                <a:ea typeface="Georgia"/>
                <a:cs typeface="Georgia"/>
              </a:defRPr>
            </a:lvl7pPr>
            <a:lvl8pPr algn="l">
              <a:defRPr sz="2025" b="0">
                <a:solidFill>
                  <a:srgbClr val="F3F0E6"/>
                </a:solidFill>
                <a:latin typeface="Georgia"/>
                <a:ea typeface="Georgia"/>
                <a:cs typeface="Georgia"/>
              </a:defRPr>
            </a:lvl8pPr>
            <a:lvl9pPr algn="l">
              <a:defRPr sz="2025" b="0">
                <a:solidFill>
                  <a:srgbClr val="F3F0E6"/>
                </a:solidFill>
                <a:latin typeface="Georgia"/>
                <a:ea typeface="Georgia"/>
                <a:cs typeface="Georgia"/>
              </a:defRPr>
            </a:lvl9pPr>
          </a:lstStyle>
          <a:p xmlns:a="http://schemas.openxmlformats.org/drawingml/2006/main">
            <a:pPr algn="l">
              <a:defRPr sz="2025" b="0">
                <a:solidFill>
                  <a:srgbClr val="F3F0E6"/>
                </a:solidFill>
                <a:latin typeface="Georgia"/>
                <a:ea typeface="Georgia"/>
                <a:cs typeface="Georgia"/>
              </a:defRPr>
            </a:pPr>
            <a:r>
              <a:rPr sz="2025" b="0">
                <a:solidFill>
                  <a:srgbClr val="F3F0E6"/>
                </a:solidFill>
                <a:latin typeface="Georgia"/>
                <a:ea typeface="Georgia"/>
                <a:cs typeface="Georgia"/>
              </a:rPr>
              <a:t>The Lakeside</a:t>
            </a:r>
          </a:p>
          <a:p xmlns:a="http://schemas.openxmlformats.org/drawingml/2006/main">
            <a:pPr algn="l">
              <a:defRPr sz="2025" b="0">
                <a:solidFill>
                  <a:srgbClr val="F3F0E6"/>
                </a:solidFill>
                <a:latin typeface="Georgia"/>
                <a:ea typeface="Georgia"/>
                <a:cs typeface="Georgia"/>
              </a:defRPr>
            </a:pPr>
            <a:r>
              <a:rPr sz="2025" b="0">
                <a:solidFill>
                  <a:srgbClr val="F3F0E6"/>
                </a:solidFill>
                <a:latin typeface="Georgia"/>
                <a:ea typeface="Georgia"/>
                <a:cs typeface="Georgia"/>
              </a:rPr>
              <a:t>Cottage</a:t>
            </a:r>
          </a:p>
        </p:txBody>
      </p:sp>
      <p:sp>
        <p:nvSpPr>
          <p:cNvPr id="12" name="shape-213">
            <a:extLst xmlns:a="http://schemas.openxmlformats.org/drawingml/2006/main">
              <a:ext uri="{FF2B5EF4-FFF2-40B4-BE49-F238E27FC236}">
                <a16:creationId xmlns:a16="http://schemas.microsoft.com/office/drawing/2014/main" id="{9669BE20-32B7-49AB-BCC3-2D74F90905A9}"/>
              </a:ext>
            </a:extLst>
          </p:cNvPr>
          <p:cNvSpPr>
            <a:spLocks xmlns:a="http://schemas.openxmlformats.org/drawingml/2006/main" noGrp="1"/>
          </p:cNvSpPr>
          <p:nvPr/>
        </p:nvSpPr>
        <p:spPr>
          <a:xfrm xmlns:a="http://schemas.openxmlformats.org/drawingml/2006/main">
            <a:off x="914400" y="5619750"/>
            <a:ext cx="2047875" cy="333375"/>
          </a:xfrm>
          <a:prstGeom xmlns:a="http://schemas.openxmlformats.org/drawingml/2006/main" prst="roundRect">
            <a:avLst>
              <a:gd name="adj" fmla="val 20000"/>
            </a:avLst>
          </a:prstGeom>
          <a:solidFill xmlns:a="http://schemas.openxmlformats.org/drawingml/2006/main">
            <a:srgbClr val="F3F0E6"/>
          </a:solidFill>
          <a:ln xmlns:a="http://schemas.openxmlformats.org/drawingml/2006/main" w="9525">
            <a:solidFill>
              <a:srgbClr val="D3D7C9"/>
            </a:solidFill>
            <a:prstDash val="solid"/>
          </a:ln>
        </p:spPr>
      </p:sp>
      <p:sp>
        <p:nvSpPr>
          <p:cNvPr id="13" name="text-215">
            <a:extLst xmlns:a="http://schemas.openxmlformats.org/drawingml/2006/main">
              <a:ext uri="{FF2B5EF4-FFF2-40B4-BE49-F238E27FC236}">
                <a16:creationId xmlns:a16="http://schemas.microsoft.com/office/drawing/2014/main" id="{B54C881B-ADAB-4481-BFDA-53BDA8071AB2}"/>
              </a:ext>
            </a:extLst>
          </p:cNvPr>
          <p:cNvSpPr>
            <a:spLocks xmlns:a="http://schemas.openxmlformats.org/drawingml/2006/main" noGrp="1"/>
          </p:cNvSpPr>
          <p:nvPr/>
        </p:nvSpPr>
        <p:spPr>
          <a:xfrm xmlns:a="http://schemas.openxmlformats.org/drawingml/2006/main">
            <a:off x="990600" y="5619750"/>
            <a:ext cx="1895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0">
                <a:solidFill>
                  <a:srgbClr val="293930"/>
                </a:solidFill>
                <a:latin typeface="Arial"/>
                <a:ea typeface="Arial"/>
                <a:cs typeface="Arial"/>
              </a:defRPr>
            </a:defPPr>
            <a:lvl1pPr algn="ctr">
              <a:defRPr sz="1125" b="0">
                <a:solidFill>
                  <a:srgbClr val="293930"/>
                </a:solidFill>
                <a:latin typeface="Arial"/>
                <a:ea typeface="Arial"/>
                <a:cs typeface="Arial"/>
              </a:defRPr>
            </a:lvl1pPr>
            <a:lvl2pPr algn="ctr">
              <a:defRPr sz="1125" b="0">
                <a:solidFill>
                  <a:srgbClr val="293930"/>
                </a:solidFill>
                <a:latin typeface="Arial"/>
                <a:ea typeface="Arial"/>
                <a:cs typeface="Arial"/>
              </a:defRPr>
            </a:lvl2pPr>
            <a:lvl3pPr algn="ctr">
              <a:defRPr sz="1125" b="0">
                <a:solidFill>
                  <a:srgbClr val="293930"/>
                </a:solidFill>
                <a:latin typeface="Arial"/>
                <a:ea typeface="Arial"/>
                <a:cs typeface="Arial"/>
              </a:defRPr>
            </a:lvl3pPr>
            <a:lvl4pPr algn="ctr">
              <a:defRPr sz="1125" b="0">
                <a:solidFill>
                  <a:srgbClr val="293930"/>
                </a:solidFill>
                <a:latin typeface="Arial"/>
                <a:ea typeface="Arial"/>
                <a:cs typeface="Arial"/>
              </a:defRPr>
            </a:lvl4pPr>
            <a:lvl5pPr algn="ctr">
              <a:defRPr sz="1125" b="0">
                <a:solidFill>
                  <a:srgbClr val="293930"/>
                </a:solidFill>
                <a:latin typeface="Arial"/>
                <a:ea typeface="Arial"/>
                <a:cs typeface="Arial"/>
              </a:defRPr>
            </a:lvl5pPr>
            <a:lvl6pPr algn="ctr">
              <a:defRPr sz="1125" b="0">
                <a:solidFill>
                  <a:srgbClr val="293930"/>
                </a:solidFill>
                <a:latin typeface="Arial"/>
                <a:ea typeface="Arial"/>
                <a:cs typeface="Arial"/>
              </a:defRPr>
            </a:lvl6pPr>
            <a:lvl7pPr algn="ctr">
              <a:defRPr sz="1125" b="0">
                <a:solidFill>
                  <a:srgbClr val="293930"/>
                </a:solidFill>
                <a:latin typeface="Arial"/>
                <a:ea typeface="Arial"/>
                <a:cs typeface="Arial"/>
              </a:defRPr>
            </a:lvl7pPr>
            <a:lvl8pPr algn="ctr">
              <a:defRPr sz="1125" b="0">
                <a:solidFill>
                  <a:srgbClr val="293930"/>
                </a:solidFill>
                <a:latin typeface="Arial"/>
                <a:ea typeface="Arial"/>
                <a:cs typeface="Arial"/>
              </a:defRPr>
            </a:lvl8pPr>
            <a:lvl9pPr algn="ctr">
              <a:defRPr sz="1125" b="0">
                <a:solidFill>
                  <a:srgbClr val="293930"/>
                </a:solidFill>
                <a:latin typeface="Arial"/>
                <a:ea typeface="Arial"/>
                <a:cs typeface="Arial"/>
              </a:defRPr>
            </a:lvl9pPr>
          </a:lstStyle>
          <a:p xmlns:a="http://schemas.openxmlformats.org/drawingml/2006/main">
            <a:pPr algn="ctr">
              <a:defRPr sz="1125" b="0">
                <a:solidFill>
                  <a:srgbClr val="293930"/>
                </a:solidFill>
                <a:latin typeface="Arial"/>
                <a:ea typeface="Arial"/>
                <a:cs typeface="Arial"/>
              </a:defRPr>
            </a:pPr>
            <a:r>
              <a:rPr sz="1125" b="0">
                <a:solidFill>
                  <a:srgbClr val="293930"/>
                </a:solidFill>
                <a:latin typeface="Arial"/>
                <a:ea typeface="Arial"/>
                <a:cs typeface="Arial"/>
              </a:rPr>
              <a:t>Keep this view</a:t>
            </a:r>
          </a:p>
        </p:txBody>
      </p:sp>
      <p:pic>
        <p:nvPicPr>
          <p:cNvPr id="14" name="">
            <a:extLst xmlns:a="http://schemas.openxmlformats.org/drawingml/2006/main">
              <a:ext uri="{FF2B5EF4-FFF2-40B4-BE49-F238E27FC236}">
                <a16:creationId xmlns:a16="http://schemas.microsoft.com/office/drawing/2014/main" id="{AC60B318-D6F7-4389-9120-3BB53E94667E}"/>
              </a:ext>
            </a:extLst>
          </p:cNvPr>
          <p:cNvPicPr>
            <a:picLocks xmlns:a="http://schemas.openxmlformats.org/drawingml/2006/main" noChangeAspect="1"/>
          </p:cNvPicPr>
          <p:nvPr/>
        </p:nvPicPr>
        <p:blipFill>
          <a:blip xmlns:r="http://schemas.openxmlformats.org/officeDocument/2006/relationships" xmlns:a="http://schemas.openxmlformats.org/drawingml/2006/main" r:embed="Re5cf269948ff4877"/>
          <a:srcRect xmlns:a="http://schemas.openxmlformats.org/drawingml/2006/main" l="17000" t="0" r="53000" b="0"/>
          <a:stretch xmlns:a="http://schemas.openxmlformats.org/drawingml/2006/main"/>
        </p:blipFill>
        <p:spPr>
          <a:xfrm xmlns:a="http://schemas.openxmlformats.org/drawingml/2006/main">
            <a:off x="3829050" y="1657350"/>
            <a:ext cx="2381250" cy="4438650"/>
          </a:xfrm>
          <a:prstGeom xmlns:a="http://schemas.openxmlformats.org/drawingml/2006/main" prst="rect">
            <a:avLst/>
          </a:prstGeom>
        </p:spPr>
      </p:pic>
      <p:sp>
        <p:nvSpPr>
          <p:cNvPr id="15" name="shape-216">
            <a:extLst xmlns:a="http://schemas.openxmlformats.org/drawingml/2006/main">
              <a:ext uri="{FF2B5EF4-FFF2-40B4-BE49-F238E27FC236}">
                <a16:creationId xmlns:a16="http://schemas.microsoft.com/office/drawing/2014/main" id="{1663239A-38F4-4ED7-9D78-6154DC965609}"/>
              </a:ext>
            </a:extLst>
          </p:cNvPr>
          <p:cNvSpPr>
            <a:spLocks xmlns:a="http://schemas.openxmlformats.org/drawingml/2006/main" noGrp="1"/>
          </p:cNvSpPr>
          <p:nvPr/>
        </p:nvSpPr>
        <p:spPr>
          <a:xfrm xmlns:a="http://schemas.openxmlformats.org/drawingml/2006/main">
            <a:off x="3829050" y="1657350"/>
            <a:ext cx="2381250" cy="4438650"/>
          </a:xfrm>
          <a:prstGeom xmlns:a="http://schemas.openxmlformats.org/drawingml/2006/main" prst="rect">
            <a:avLst/>
          </a:prstGeom>
          <a:solidFill xmlns:a="http://schemas.openxmlformats.org/drawingml/2006/main">
            <a:srgbClr val="17261E">
              <a:alpha val="40000"/>
            </a:srgbClr>
          </a:solidFill>
          <a:ln xmlns:a="http://schemas.openxmlformats.org/drawingml/2006/main" w="0">
            <a:noFill/>
            <a:prstDash val="solid"/>
          </a:ln>
        </p:spPr>
      </p:sp>
      <p:sp>
        <p:nvSpPr>
          <p:cNvPr id="16" name="shape-217">
            <a:extLst xmlns:a="http://schemas.openxmlformats.org/drawingml/2006/main">
              <a:ext uri="{FF2B5EF4-FFF2-40B4-BE49-F238E27FC236}">
                <a16:creationId xmlns:a16="http://schemas.microsoft.com/office/drawing/2014/main" id="{9A68B16C-715E-4846-852C-F2282EBC4746}"/>
              </a:ext>
            </a:extLst>
          </p:cNvPr>
          <p:cNvSpPr>
            <a:spLocks xmlns:a="http://schemas.openxmlformats.org/drawingml/2006/main" noGrp="1"/>
          </p:cNvSpPr>
          <p:nvPr/>
        </p:nvSpPr>
        <p:spPr>
          <a:xfrm xmlns:a="http://schemas.openxmlformats.org/drawingml/2006/main">
            <a:off x="3895725" y="1781175"/>
            <a:ext cx="2247900" cy="4171950"/>
          </a:xfrm>
          <a:prstGeom xmlns:a="http://schemas.openxmlformats.org/drawingml/2006/main" prst="roundRect">
            <a:avLst>
              <a:gd name="adj" fmla="val 3814"/>
            </a:avLst>
          </a:prstGeom>
          <a:solidFill xmlns:a="http://schemas.openxmlformats.org/drawingml/2006/main">
            <a:srgbClr val="F3F0E6"/>
          </a:solidFill>
          <a:ln xmlns:a="http://schemas.openxmlformats.org/drawingml/2006/main" w="0">
            <a:noFill/>
            <a:prstDash val="solid"/>
          </a:ln>
        </p:spPr>
      </p:sp>
      <p:sp>
        <p:nvSpPr>
          <p:cNvPr id="17" name="text-219">
            <a:extLst xmlns:a="http://schemas.openxmlformats.org/drawingml/2006/main">
              <a:ext uri="{FF2B5EF4-FFF2-40B4-BE49-F238E27FC236}">
                <a16:creationId xmlns:a16="http://schemas.microsoft.com/office/drawing/2014/main" id="{28A476D1-72C6-44B2-B5C0-2A886E02379E}"/>
              </a:ext>
            </a:extLst>
          </p:cNvPr>
          <p:cNvSpPr>
            <a:spLocks xmlns:a="http://schemas.openxmlformats.org/drawingml/2006/main" noGrp="1"/>
          </p:cNvSpPr>
          <p:nvPr/>
        </p:nvSpPr>
        <p:spPr>
          <a:xfrm xmlns:a="http://schemas.openxmlformats.org/drawingml/2006/main">
            <a:off x="4029075" y="1914525"/>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93930"/>
                </a:solidFill>
                <a:latin typeface="Georgia"/>
                <a:ea typeface="Georgia"/>
                <a:cs typeface="Georgia"/>
              </a:defRPr>
            </a:defPPr>
            <a:lvl1pPr algn="l">
              <a:defRPr sz="1650" b="0">
                <a:solidFill>
                  <a:srgbClr val="293930"/>
                </a:solidFill>
                <a:latin typeface="Georgia"/>
                <a:ea typeface="Georgia"/>
                <a:cs typeface="Georgia"/>
              </a:defRPr>
            </a:lvl1pPr>
            <a:lvl2pPr algn="l">
              <a:defRPr sz="1650" b="0">
                <a:solidFill>
                  <a:srgbClr val="293930"/>
                </a:solidFill>
                <a:latin typeface="Georgia"/>
                <a:ea typeface="Georgia"/>
                <a:cs typeface="Georgia"/>
              </a:defRPr>
            </a:lvl2pPr>
            <a:lvl3pPr algn="l">
              <a:defRPr sz="1650" b="0">
                <a:solidFill>
                  <a:srgbClr val="293930"/>
                </a:solidFill>
                <a:latin typeface="Georgia"/>
                <a:ea typeface="Georgia"/>
                <a:cs typeface="Georgia"/>
              </a:defRPr>
            </a:lvl3pPr>
            <a:lvl4pPr algn="l">
              <a:defRPr sz="1650" b="0">
                <a:solidFill>
                  <a:srgbClr val="293930"/>
                </a:solidFill>
                <a:latin typeface="Georgia"/>
                <a:ea typeface="Georgia"/>
                <a:cs typeface="Georgia"/>
              </a:defRPr>
            </a:lvl4pPr>
            <a:lvl5pPr algn="l">
              <a:defRPr sz="1650" b="0">
                <a:solidFill>
                  <a:srgbClr val="293930"/>
                </a:solidFill>
                <a:latin typeface="Georgia"/>
                <a:ea typeface="Georgia"/>
                <a:cs typeface="Georgia"/>
              </a:defRPr>
            </a:lvl5pPr>
            <a:lvl6pPr algn="l">
              <a:defRPr sz="1650" b="0">
                <a:solidFill>
                  <a:srgbClr val="293930"/>
                </a:solidFill>
                <a:latin typeface="Georgia"/>
                <a:ea typeface="Georgia"/>
                <a:cs typeface="Georgia"/>
              </a:defRPr>
            </a:lvl6pPr>
            <a:lvl7pPr algn="l">
              <a:defRPr sz="1650" b="0">
                <a:solidFill>
                  <a:srgbClr val="293930"/>
                </a:solidFill>
                <a:latin typeface="Georgia"/>
                <a:ea typeface="Georgia"/>
                <a:cs typeface="Georgia"/>
              </a:defRPr>
            </a:lvl7pPr>
            <a:lvl8pPr algn="l">
              <a:defRPr sz="1650" b="0">
                <a:solidFill>
                  <a:srgbClr val="293930"/>
                </a:solidFill>
                <a:latin typeface="Georgia"/>
                <a:ea typeface="Georgia"/>
                <a:cs typeface="Georgia"/>
              </a:defRPr>
            </a:lvl8pPr>
            <a:lvl9pPr algn="l">
              <a:defRPr sz="1650" b="0">
                <a:solidFill>
                  <a:srgbClr val="293930"/>
                </a:solidFill>
                <a:latin typeface="Georgia"/>
                <a:ea typeface="Georgia"/>
                <a:cs typeface="Georgia"/>
              </a:defRPr>
            </a:lvl9pPr>
          </a:lstStyle>
          <a:p xmlns:a="http://schemas.openxmlformats.org/drawingml/2006/main">
            <a:pPr algn="l">
              <a:defRPr sz="1650" b="0">
                <a:solidFill>
                  <a:srgbClr val="293930"/>
                </a:solidFill>
                <a:latin typeface="Georgia"/>
                <a:ea typeface="Georgia"/>
                <a:cs typeface="Georgia"/>
              </a:defRPr>
            </a:pPr>
            <a:r>
              <a:rPr sz="1650" b="0">
                <a:solidFill>
                  <a:srgbClr val="293930"/>
                </a:solidFill>
                <a:latin typeface="Georgia"/>
                <a:ea typeface="Georgia"/>
                <a:cs typeface="Georgia"/>
              </a:rPr>
              <a:t>Keep this view</a:t>
            </a:r>
          </a:p>
        </p:txBody>
      </p:sp>
      <p:sp>
        <p:nvSpPr>
          <p:cNvPr id="18" name="text-221">
            <a:extLst xmlns:a="http://schemas.openxmlformats.org/drawingml/2006/main">
              <a:ext uri="{FF2B5EF4-FFF2-40B4-BE49-F238E27FC236}">
                <a16:creationId xmlns:a16="http://schemas.microsoft.com/office/drawing/2014/main" id="{6F959DF0-0CB9-4062-8B5C-9D77FF31C1D8}"/>
              </a:ext>
            </a:extLst>
          </p:cNvPr>
          <p:cNvSpPr>
            <a:spLocks xmlns:a="http://schemas.openxmlformats.org/drawingml/2006/main" noGrp="1"/>
          </p:cNvSpPr>
          <p:nvPr/>
        </p:nvSpPr>
        <p:spPr>
          <a:xfrm xmlns:a="http://schemas.openxmlformats.org/drawingml/2006/main">
            <a:off x="5838825" y="1914525"/>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64705F"/>
                </a:solidFill>
                <a:latin typeface="Arial"/>
                <a:ea typeface="Arial"/>
                <a:cs typeface="Arial"/>
              </a:defRPr>
            </a:defPPr>
            <a:lvl1pPr algn="ctr">
              <a:defRPr sz="1575" b="0">
                <a:solidFill>
                  <a:srgbClr val="64705F"/>
                </a:solidFill>
                <a:latin typeface="Arial"/>
                <a:ea typeface="Arial"/>
                <a:cs typeface="Arial"/>
              </a:defRPr>
            </a:lvl1pPr>
            <a:lvl2pPr algn="ctr">
              <a:defRPr sz="1575" b="0">
                <a:solidFill>
                  <a:srgbClr val="64705F"/>
                </a:solidFill>
                <a:latin typeface="Arial"/>
                <a:ea typeface="Arial"/>
                <a:cs typeface="Arial"/>
              </a:defRPr>
            </a:lvl2pPr>
            <a:lvl3pPr algn="ctr">
              <a:defRPr sz="1575" b="0">
                <a:solidFill>
                  <a:srgbClr val="64705F"/>
                </a:solidFill>
                <a:latin typeface="Arial"/>
                <a:ea typeface="Arial"/>
                <a:cs typeface="Arial"/>
              </a:defRPr>
            </a:lvl3pPr>
            <a:lvl4pPr algn="ctr">
              <a:defRPr sz="1575" b="0">
                <a:solidFill>
                  <a:srgbClr val="64705F"/>
                </a:solidFill>
                <a:latin typeface="Arial"/>
                <a:ea typeface="Arial"/>
                <a:cs typeface="Arial"/>
              </a:defRPr>
            </a:lvl4pPr>
            <a:lvl5pPr algn="ctr">
              <a:defRPr sz="1575" b="0">
                <a:solidFill>
                  <a:srgbClr val="64705F"/>
                </a:solidFill>
                <a:latin typeface="Arial"/>
                <a:ea typeface="Arial"/>
                <a:cs typeface="Arial"/>
              </a:defRPr>
            </a:lvl5pPr>
            <a:lvl6pPr algn="ctr">
              <a:defRPr sz="1575" b="0">
                <a:solidFill>
                  <a:srgbClr val="64705F"/>
                </a:solidFill>
                <a:latin typeface="Arial"/>
                <a:ea typeface="Arial"/>
                <a:cs typeface="Arial"/>
              </a:defRPr>
            </a:lvl6pPr>
            <a:lvl7pPr algn="ctr">
              <a:defRPr sz="1575" b="0">
                <a:solidFill>
                  <a:srgbClr val="64705F"/>
                </a:solidFill>
                <a:latin typeface="Arial"/>
                <a:ea typeface="Arial"/>
                <a:cs typeface="Arial"/>
              </a:defRPr>
            </a:lvl7pPr>
            <a:lvl8pPr algn="ctr">
              <a:defRPr sz="1575" b="0">
                <a:solidFill>
                  <a:srgbClr val="64705F"/>
                </a:solidFill>
                <a:latin typeface="Arial"/>
                <a:ea typeface="Arial"/>
                <a:cs typeface="Arial"/>
              </a:defRPr>
            </a:lvl8pPr>
            <a:lvl9pPr algn="ctr">
              <a:defRPr sz="1575" b="0">
                <a:solidFill>
                  <a:srgbClr val="64705F"/>
                </a:solidFill>
                <a:latin typeface="Arial"/>
                <a:ea typeface="Arial"/>
                <a:cs typeface="Arial"/>
              </a:defRPr>
            </a:lvl9pPr>
          </a:lstStyle>
          <a:p xmlns:a="http://schemas.openxmlformats.org/drawingml/2006/main">
            <a:pPr algn="ctr">
              <a:defRPr sz="1575" b="0">
                <a:solidFill>
                  <a:srgbClr val="64705F"/>
                </a:solidFill>
                <a:latin typeface="Arial"/>
                <a:ea typeface="Arial"/>
                <a:cs typeface="Arial"/>
              </a:defRPr>
            </a:pPr>
            <a:r>
              <a:rPr sz="1575" b="0">
                <a:solidFill>
                  <a:srgbClr val="64705F"/>
                </a:solidFill>
                <a:latin typeface="Arial"/>
                <a:ea typeface="Arial"/>
                <a:cs typeface="Arial"/>
              </a:rPr>
              <a:t>×</a:t>
            </a:r>
          </a:p>
        </p:txBody>
      </p:sp>
      <p:pic>
        <p:nvPicPr>
          <p:cNvPr id="19" name="">
            <a:extLst xmlns:a="http://schemas.openxmlformats.org/drawingml/2006/main">
              <a:ext uri="{FF2B5EF4-FFF2-40B4-BE49-F238E27FC236}">
                <a16:creationId xmlns:a16="http://schemas.microsoft.com/office/drawing/2014/main" id="{C1D57B31-8DD0-4411-92F3-B1E4FD2BDC27}"/>
              </a:ext>
            </a:extLst>
          </p:cNvPr>
          <p:cNvPicPr>
            <a:picLocks xmlns:a="http://schemas.openxmlformats.org/drawingml/2006/main" noChangeAspect="1"/>
          </p:cNvPicPr>
          <p:nvPr/>
        </p:nvPicPr>
        <p:blipFill>
          <a:blip xmlns:r="http://schemas.openxmlformats.org/officeDocument/2006/relationships" xmlns:a="http://schemas.openxmlformats.org/drawingml/2006/main" r:embed="R114eaafda5a34e0d"/>
          <a:srcRect xmlns:a="http://schemas.openxmlformats.org/drawingml/2006/main" l="17000" t="0" r="53000" b="0"/>
          <a:stretch xmlns:a="http://schemas.openxmlformats.org/drawingml/2006/main"/>
        </p:blipFill>
        <p:spPr>
          <a:xfrm xmlns:a="http://schemas.openxmlformats.org/drawingml/2006/main">
            <a:off x="4029075" y="2352675"/>
            <a:ext cx="895350" cy="1666875"/>
          </a:xfrm>
          <a:prstGeom xmlns:a="http://schemas.openxmlformats.org/drawingml/2006/main" prst="rect">
            <a:avLst/>
          </a:prstGeom>
        </p:spPr>
      </p:pic>
      <p:sp>
        <p:nvSpPr>
          <p:cNvPr id="20" name="text-223">
            <a:extLst xmlns:a="http://schemas.openxmlformats.org/drawingml/2006/main">
              <a:ext uri="{FF2B5EF4-FFF2-40B4-BE49-F238E27FC236}">
                <a16:creationId xmlns:a16="http://schemas.microsoft.com/office/drawing/2014/main" id="{DA4342FD-E471-4483-AA9E-400A56E124D7}"/>
              </a:ext>
            </a:extLst>
          </p:cNvPr>
          <p:cNvSpPr>
            <a:spLocks xmlns:a="http://schemas.openxmlformats.org/drawingml/2006/main" noGrp="1"/>
          </p:cNvSpPr>
          <p:nvPr/>
        </p:nvSpPr>
        <p:spPr>
          <a:xfrm xmlns:a="http://schemas.openxmlformats.org/drawingml/2006/main">
            <a:off x="5038725" y="2390775"/>
            <a:ext cx="1000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93930"/>
                </a:solidFill>
                <a:latin typeface="Arial"/>
                <a:ea typeface="Arial"/>
                <a:cs typeface="Arial"/>
              </a:defRPr>
            </a:defPPr>
            <a:lvl1pPr algn="l">
              <a:defRPr sz="1200" b="1">
                <a:solidFill>
                  <a:srgbClr val="293930"/>
                </a:solidFill>
                <a:latin typeface="Arial"/>
                <a:ea typeface="Arial"/>
                <a:cs typeface="Arial"/>
              </a:defRPr>
            </a:lvl1pPr>
            <a:lvl2pPr algn="l">
              <a:defRPr sz="1200" b="1">
                <a:solidFill>
                  <a:srgbClr val="293930"/>
                </a:solidFill>
                <a:latin typeface="Arial"/>
                <a:ea typeface="Arial"/>
                <a:cs typeface="Arial"/>
              </a:defRPr>
            </a:lvl2pPr>
            <a:lvl3pPr algn="l">
              <a:defRPr sz="1200" b="1">
                <a:solidFill>
                  <a:srgbClr val="293930"/>
                </a:solidFill>
                <a:latin typeface="Arial"/>
                <a:ea typeface="Arial"/>
                <a:cs typeface="Arial"/>
              </a:defRPr>
            </a:lvl3pPr>
            <a:lvl4pPr algn="l">
              <a:defRPr sz="1200" b="1">
                <a:solidFill>
                  <a:srgbClr val="293930"/>
                </a:solidFill>
                <a:latin typeface="Arial"/>
                <a:ea typeface="Arial"/>
                <a:cs typeface="Arial"/>
              </a:defRPr>
            </a:lvl4pPr>
            <a:lvl5pPr algn="l">
              <a:defRPr sz="1200" b="1">
                <a:solidFill>
                  <a:srgbClr val="293930"/>
                </a:solidFill>
                <a:latin typeface="Arial"/>
                <a:ea typeface="Arial"/>
                <a:cs typeface="Arial"/>
              </a:defRPr>
            </a:lvl5pPr>
            <a:lvl6pPr algn="l">
              <a:defRPr sz="1200" b="1">
                <a:solidFill>
                  <a:srgbClr val="293930"/>
                </a:solidFill>
                <a:latin typeface="Arial"/>
                <a:ea typeface="Arial"/>
                <a:cs typeface="Arial"/>
              </a:defRPr>
            </a:lvl6pPr>
            <a:lvl7pPr algn="l">
              <a:defRPr sz="1200" b="1">
                <a:solidFill>
                  <a:srgbClr val="293930"/>
                </a:solidFill>
                <a:latin typeface="Arial"/>
                <a:ea typeface="Arial"/>
                <a:cs typeface="Arial"/>
              </a:defRPr>
            </a:lvl7pPr>
            <a:lvl8pPr algn="l">
              <a:defRPr sz="1200" b="1">
                <a:solidFill>
                  <a:srgbClr val="293930"/>
                </a:solidFill>
                <a:latin typeface="Arial"/>
                <a:ea typeface="Arial"/>
                <a:cs typeface="Arial"/>
              </a:defRPr>
            </a:lvl8pPr>
            <a:lvl9pPr algn="l">
              <a:defRPr sz="1200" b="1">
                <a:solidFill>
                  <a:srgbClr val="293930"/>
                </a:solidFill>
                <a:latin typeface="Arial"/>
                <a:ea typeface="Arial"/>
                <a:cs typeface="Arial"/>
              </a:defRPr>
            </a:lvl9pPr>
          </a:lstStyle>
          <a:p xmlns:a="http://schemas.openxmlformats.org/drawingml/2006/main">
            <a:pPr algn="l">
              <a:defRPr sz="1200" b="1">
                <a:solidFill>
                  <a:srgbClr val="293930"/>
                </a:solidFill>
                <a:latin typeface="Arial"/>
                <a:ea typeface="Arial"/>
                <a:cs typeface="Arial"/>
              </a:defRPr>
            </a:pPr>
            <a:r>
              <a:rPr sz="1200" b="1">
                <a:solidFill>
                  <a:srgbClr val="293930"/>
                </a:solidFill>
                <a:latin typeface="Arial"/>
                <a:ea typeface="Arial"/>
                <a:cs typeface="Arial"/>
              </a:rPr>
              <a:t>The Lakeside</a:t>
            </a:r>
          </a:p>
          <a:p xmlns:a="http://schemas.openxmlformats.org/drawingml/2006/main">
            <a:pPr algn="l">
              <a:defRPr sz="1200" b="1">
                <a:solidFill>
                  <a:srgbClr val="293930"/>
                </a:solidFill>
                <a:latin typeface="Arial"/>
                <a:ea typeface="Arial"/>
                <a:cs typeface="Arial"/>
              </a:defRPr>
            </a:pPr>
            <a:r>
              <a:rPr sz="1200" b="1">
                <a:solidFill>
                  <a:srgbClr val="293930"/>
                </a:solidFill>
                <a:latin typeface="Arial"/>
                <a:ea typeface="Arial"/>
                <a:cs typeface="Arial"/>
              </a:rPr>
              <a:t>Cottage</a:t>
            </a:r>
          </a:p>
        </p:txBody>
      </p:sp>
      <p:sp>
        <p:nvSpPr>
          <p:cNvPr id="21" name="text-225">
            <a:extLst xmlns:a="http://schemas.openxmlformats.org/drawingml/2006/main">
              <a:ext uri="{FF2B5EF4-FFF2-40B4-BE49-F238E27FC236}">
                <a16:creationId xmlns:a16="http://schemas.microsoft.com/office/drawing/2014/main" id="{D148B2A1-9F3E-4F03-9F30-A2A515E8F1C1}"/>
              </a:ext>
            </a:extLst>
          </p:cNvPr>
          <p:cNvSpPr>
            <a:spLocks xmlns:a="http://schemas.openxmlformats.org/drawingml/2006/main" noGrp="1"/>
          </p:cNvSpPr>
          <p:nvPr/>
        </p:nvSpPr>
        <p:spPr>
          <a:xfrm xmlns:a="http://schemas.openxmlformats.org/drawingml/2006/main">
            <a:off x="5038725" y="3028950"/>
            <a:ext cx="9334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64705F"/>
                </a:solidFill>
                <a:latin typeface="Arial"/>
                <a:ea typeface="Arial"/>
                <a:cs typeface="Arial"/>
              </a:defRPr>
            </a:defPPr>
            <a:lvl1pPr algn="l">
              <a:defRPr sz="975" b="0">
                <a:solidFill>
                  <a:srgbClr val="64705F"/>
                </a:solidFill>
                <a:latin typeface="Arial"/>
                <a:ea typeface="Arial"/>
                <a:cs typeface="Arial"/>
              </a:defRPr>
            </a:lvl1pPr>
            <a:lvl2pPr algn="l">
              <a:defRPr sz="975" b="0">
                <a:solidFill>
                  <a:srgbClr val="64705F"/>
                </a:solidFill>
                <a:latin typeface="Arial"/>
                <a:ea typeface="Arial"/>
                <a:cs typeface="Arial"/>
              </a:defRPr>
            </a:lvl2pPr>
            <a:lvl3pPr algn="l">
              <a:defRPr sz="975" b="0">
                <a:solidFill>
                  <a:srgbClr val="64705F"/>
                </a:solidFill>
                <a:latin typeface="Arial"/>
                <a:ea typeface="Arial"/>
                <a:cs typeface="Arial"/>
              </a:defRPr>
            </a:lvl3pPr>
            <a:lvl4pPr algn="l">
              <a:defRPr sz="975" b="0">
                <a:solidFill>
                  <a:srgbClr val="64705F"/>
                </a:solidFill>
                <a:latin typeface="Arial"/>
                <a:ea typeface="Arial"/>
                <a:cs typeface="Arial"/>
              </a:defRPr>
            </a:lvl4pPr>
            <a:lvl5pPr algn="l">
              <a:defRPr sz="975" b="0">
                <a:solidFill>
                  <a:srgbClr val="64705F"/>
                </a:solidFill>
                <a:latin typeface="Arial"/>
                <a:ea typeface="Arial"/>
                <a:cs typeface="Arial"/>
              </a:defRPr>
            </a:lvl5pPr>
            <a:lvl6pPr algn="l">
              <a:defRPr sz="975" b="0">
                <a:solidFill>
                  <a:srgbClr val="64705F"/>
                </a:solidFill>
                <a:latin typeface="Arial"/>
                <a:ea typeface="Arial"/>
                <a:cs typeface="Arial"/>
              </a:defRPr>
            </a:lvl6pPr>
            <a:lvl7pPr algn="l">
              <a:defRPr sz="975" b="0">
                <a:solidFill>
                  <a:srgbClr val="64705F"/>
                </a:solidFill>
                <a:latin typeface="Arial"/>
                <a:ea typeface="Arial"/>
                <a:cs typeface="Arial"/>
              </a:defRPr>
            </a:lvl7pPr>
            <a:lvl8pPr algn="l">
              <a:defRPr sz="975" b="0">
                <a:solidFill>
                  <a:srgbClr val="64705F"/>
                </a:solidFill>
                <a:latin typeface="Arial"/>
                <a:ea typeface="Arial"/>
                <a:cs typeface="Arial"/>
              </a:defRPr>
            </a:lvl8pPr>
            <a:lvl9pPr algn="l">
              <a:defRPr sz="975" b="0">
                <a:solidFill>
                  <a:srgbClr val="64705F"/>
                </a:solidFill>
                <a:latin typeface="Arial"/>
                <a:ea typeface="Arial"/>
                <a:cs typeface="Arial"/>
              </a:defRPr>
            </a:lvl9pPr>
          </a:lstStyle>
          <a:p xmlns:a="http://schemas.openxmlformats.org/drawingml/2006/main">
            <a:pPr algn="l">
              <a:defRPr sz="975" b="0">
                <a:solidFill>
                  <a:srgbClr val="64705F"/>
                </a:solidFill>
                <a:latin typeface="Arial"/>
                <a:ea typeface="Arial"/>
                <a:cs typeface="Arial"/>
              </a:defRPr>
            </a:pPr>
            <a:r>
              <a:rPr sz="975" b="0">
                <a:solidFill>
                  <a:srgbClr val="64705F"/>
                </a:solidFill>
                <a:latin typeface="Arial"/>
                <a:ea typeface="Arial"/>
                <a:cs typeface="Arial"/>
              </a:rPr>
              <a:t>Year 2</a:t>
            </a:r>
          </a:p>
          <a:p xmlns:a="http://schemas.openxmlformats.org/drawingml/2006/main">
            <a:pPr algn="l">
              <a:defRPr sz="975" b="0">
                <a:solidFill>
                  <a:srgbClr val="64705F"/>
                </a:solidFill>
                <a:latin typeface="Arial"/>
                <a:ea typeface="Arial"/>
                <a:cs typeface="Arial"/>
              </a:defRPr>
            </a:pPr>
            <a:r>
              <a:rPr sz="975" b="0">
                <a:solidFill>
                  <a:srgbClr val="64705F"/>
                </a:solidFill>
                <a:latin typeface="Arial"/>
                <a:ea typeface="Arial"/>
                <a:cs typeface="Arial"/>
              </a:rPr>
              <a:t>Day 135</a:t>
            </a:r>
          </a:p>
          <a:p xmlns:a="http://schemas.openxmlformats.org/drawingml/2006/main">
            <a:pPr algn="l">
              <a:defRPr sz="975" b="0">
                <a:solidFill>
                  <a:srgbClr val="64705F"/>
                </a:solidFill>
                <a:latin typeface="Arial"/>
                <a:ea typeface="Arial"/>
                <a:cs typeface="Arial"/>
              </a:defRPr>
            </a:pPr>
            <a:r>
              <a:rPr sz="975" b="0">
                <a:solidFill>
                  <a:srgbClr val="64705F"/>
                </a:solidFill>
                <a:latin typeface="Arial"/>
                <a:ea typeface="Arial"/>
                <a:cs typeface="Arial"/>
              </a:rPr>
              <a:t>15:30</a:t>
            </a:r>
          </a:p>
          <a:p xmlns:a="http://schemas.openxmlformats.org/drawingml/2006/main">
            <a:r>
              <a:t/>
            </a:r>
          </a:p>
          <a:p xmlns:a="http://schemas.openxmlformats.org/drawingml/2006/main">
            <a:pPr algn="l">
              <a:defRPr sz="975" b="0">
                <a:solidFill>
                  <a:srgbClr val="64705F"/>
                </a:solidFill>
                <a:latin typeface="Arial"/>
                <a:ea typeface="Arial"/>
                <a:cs typeface="Arial"/>
              </a:defRPr>
            </a:pPr>
            <a:r>
              <a:rPr sz="975" b="0">
                <a:solidFill>
                  <a:srgbClr val="64705F"/>
                </a:solidFill>
                <a:latin typeface="Arial"/>
                <a:ea typeface="Arial"/>
                <a:cs typeface="Arial"/>
              </a:rPr>
              <a:t>Live view</a:t>
            </a:r>
          </a:p>
        </p:txBody>
      </p:sp>
      <p:sp>
        <p:nvSpPr>
          <p:cNvPr id="22" name="text-227">
            <a:extLst xmlns:a="http://schemas.openxmlformats.org/drawingml/2006/main">
              <a:ext uri="{FF2B5EF4-FFF2-40B4-BE49-F238E27FC236}">
                <a16:creationId xmlns:a16="http://schemas.microsoft.com/office/drawing/2014/main" id="{E26FBAA5-3CAA-4F77-BFE5-F8C0F10E57A0}"/>
              </a:ext>
            </a:extLst>
          </p:cNvPr>
          <p:cNvSpPr>
            <a:spLocks xmlns:a="http://schemas.openxmlformats.org/drawingml/2006/main" noGrp="1"/>
          </p:cNvSpPr>
          <p:nvPr/>
        </p:nvSpPr>
        <p:spPr>
          <a:xfrm xmlns:a="http://schemas.openxmlformats.org/drawingml/2006/main">
            <a:off x="4029075" y="4171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293930"/>
                </a:solidFill>
                <a:latin typeface="Arial"/>
                <a:ea typeface="Arial"/>
                <a:cs typeface="Arial"/>
              </a:defRPr>
            </a:defPPr>
            <a:lvl1pPr algn="l">
              <a:defRPr sz="1050" b="0">
                <a:solidFill>
                  <a:srgbClr val="293930"/>
                </a:solidFill>
                <a:latin typeface="Arial"/>
                <a:ea typeface="Arial"/>
                <a:cs typeface="Arial"/>
              </a:defRPr>
            </a:lvl1pPr>
            <a:lvl2pPr algn="l">
              <a:defRPr sz="1050" b="0">
                <a:solidFill>
                  <a:srgbClr val="293930"/>
                </a:solidFill>
                <a:latin typeface="Arial"/>
                <a:ea typeface="Arial"/>
                <a:cs typeface="Arial"/>
              </a:defRPr>
            </a:lvl2pPr>
            <a:lvl3pPr algn="l">
              <a:defRPr sz="1050" b="0">
                <a:solidFill>
                  <a:srgbClr val="293930"/>
                </a:solidFill>
                <a:latin typeface="Arial"/>
                <a:ea typeface="Arial"/>
                <a:cs typeface="Arial"/>
              </a:defRPr>
            </a:lvl3pPr>
            <a:lvl4pPr algn="l">
              <a:defRPr sz="1050" b="0">
                <a:solidFill>
                  <a:srgbClr val="293930"/>
                </a:solidFill>
                <a:latin typeface="Arial"/>
                <a:ea typeface="Arial"/>
                <a:cs typeface="Arial"/>
              </a:defRPr>
            </a:lvl4pPr>
            <a:lvl5pPr algn="l">
              <a:defRPr sz="1050" b="0">
                <a:solidFill>
                  <a:srgbClr val="293930"/>
                </a:solidFill>
                <a:latin typeface="Arial"/>
                <a:ea typeface="Arial"/>
                <a:cs typeface="Arial"/>
              </a:defRPr>
            </a:lvl5pPr>
            <a:lvl6pPr algn="l">
              <a:defRPr sz="1050" b="0">
                <a:solidFill>
                  <a:srgbClr val="293930"/>
                </a:solidFill>
                <a:latin typeface="Arial"/>
                <a:ea typeface="Arial"/>
                <a:cs typeface="Arial"/>
              </a:defRPr>
            </a:lvl6pPr>
            <a:lvl7pPr algn="l">
              <a:defRPr sz="1050" b="0">
                <a:solidFill>
                  <a:srgbClr val="293930"/>
                </a:solidFill>
                <a:latin typeface="Arial"/>
                <a:ea typeface="Arial"/>
                <a:cs typeface="Arial"/>
              </a:defRPr>
            </a:lvl7pPr>
            <a:lvl8pPr algn="l">
              <a:defRPr sz="1050" b="0">
                <a:solidFill>
                  <a:srgbClr val="293930"/>
                </a:solidFill>
                <a:latin typeface="Arial"/>
                <a:ea typeface="Arial"/>
                <a:cs typeface="Arial"/>
              </a:defRPr>
            </a:lvl8pPr>
            <a:lvl9pPr algn="l">
              <a:defRPr sz="1050" b="0">
                <a:solidFill>
                  <a:srgbClr val="293930"/>
                </a:solidFill>
                <a:latin typeface="Arial"/>
                <a:ea typeface="Arial"/>
                <a:cs typeface="Arial"/>
              </a:defRPr>
            </a:lvl9pPr>
          </a:lstStyle>
          <a:p xmlns:a="http://schemas.openxmlformats.org/drawingml/2006/main">
            <a:pPr algn="l">
              <a:defRPr sz="1050" b="0">
                <a:solidFill>
                  <a:srgbClr val="293930"/>
                </a:solidFill>
                <a:latin typeface="Arial"/>
                <a:ea typeface="Arial"/>
                <a:cs typeface="Arial"/>
              </a:defRPr>
            </a:pPr>
            <a:r>
              <a:rPr sz="1050" b="0">
                <a:solidFill>
                  <a:srgbClr val="293930"/>
                </a:solidFill>
                <a:latin typeface="Arial"/>
                <a:ea typeface="Arial"/>
                <a:cs typeface="Arial"/>
              </a:rPr>
              <a:t>Note (optional)</a:t>
            </a:r>
          </a:p>
        </p:txBody>
      </p:sp>
      <p:sp>
        <p:nvSpPr>
          <p:cNvPr id="23" name="shape-228">
            <a:extLst xmlns:a="http://schemas.openxmlformats.org/drawingml/2006/main">
              <a:ext uri="{FF2B5EF4-FFF2-40B4-BE49-F238E27FC236}">
                <a16:creationId xmlns:a16="http://schemas.microsoft.com/office/drawing/2014/main" id="{8F616510-0C53-490C-8B67-3DB010EA3941}"/>
              </a:ext>
            </a:extLst>
          </p:cNvPr>
          <p:cNvSpPr>
            <a:spLocks xmlns:a="http://schemas.openxmlformats.org/drawingml/2006/main" noGrp="1"/>
          </p:cNvSpPr>
          <p:nvPr/>
        </p:nvSpPr>
        <p:spPr>
          <a:xfrm xmlns:a="http://schemas.openxmlformats.org/drawingml/2006/main">
            <a:off x="4029075" y="4467225"/>
            <a:ext cx="1981200" cy="628650"/>
          </a:xfrm>
          <a:prstGeom xmlns:a="http://schemas.openxmlformats.org/drawingml/2006/main" prst="roundRect">
            <a:avLst>
              <a:gd name="adj" fmla="val 6061"/>
            </a:avLst>
          </a:prstGeom>
          <a:solidFill xmlns:a="http://schemas.openxmlformats.org/drawingml/2006/main">
            <a:srgbClr val="FFFEF8"/>
          </a:solidFill>
          <a:ln xmlns:a="http://schemas.openxmlformats.org/drawingml/2006/main" w="9525">
            <a:solidFill>
              <a:srgbClr val="D3D7C9"/>
            </a:solidFill>
            <a:prstDash val="solid"/>
          </a:ln>
        </p:spPr>
      </p:sp>
      <p:sp>
        <p:nvSpPr>
          <p:cNvPr id="24" name="text-230">
            <a:extLst xmlns:a="http://schemas.openxmlformats.org/drawingml/2006/main">
              <a:ext uri="{FF2B5EF4-FFF2-40B4-BE49-F238E27FC236}">
                <a16:creationId xmlns:a16="http://schemas.microsoft.com/office/drawing/2014/main" id="{D9009124-D504-4B81-8D80-FEDB968DA7DD}"/>
              </a:ext>
            </a:extLst>
          </p:cNvPr>
          <p:cNvSpPr>
            <a:spLocks xmlns:a="http://schemas.openxmlformats.org/drawingml/2006/main" noGrp="1"/>
          </p:cNvSpPr>
          <p:nvPr/>
        </p:nvSpPr>
        <p:spPr>
          <a:xfrm xmlns:a="http://schemas.openxmlformats.org/drawingml/2006/main">
            <a:off x="4124325" y="4600575"/>
            <a:ext cx="1771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293930"/>
                </a:solidFill>
                <a:latin typeface="Arial"/>
                <a:ea typeface="Arial"/>
                <a:cs typeface="Arial"/>
              </a:defRPr>
            </a:defPPr>
            <a:lvl1pPr algn="l">
              <a:defRPr sz="1050" b="0">
                <a:solidFill>
                  <a:srgbClr val="293930"/>
                </a:solidFill>
                <a:latin typeface="Arial"/>
                <a:ea typeface="Arial"/>
                <a:cs typeface="Arial"/>
              </a:defRPr>
            </a:lvl1pPr>
            <a:lvl2pPr algn="l">
              <a:defRPr sz="1050" b="0">
                <a:solidFill>
                  <a:srgbClr val="293930"/>
                </a:solidFill>
                <a:latin typeface="Arial"/>
                <a:ea typeface="Arial"/>
                <a:cs typeface="Arial"/>
              </a:defRPr>
            </a:lvl2pPr>
            <a:lvl3pPr algn="l">
              <a:defRPr sz="1050" b="0">
                <a:solidFill>
                  <a:srgbClr val="293930"/>
                </a:solidFill>
                <a:latin typeface="Arial"/>
                <a:ea typeface="Arial"/>
                <a:cs typeface="Arial"/>
              </a:defRPr>
            </a:lvl3pPr>
            <a:lvl4pPr algn="l">
              <a:defRPr sz="1050" b="0">
                <a:solidFill>
                  <a:srgbClr val="293930"/>
                </a:solidFill>
                <a:latin typeface="Arial"/>
                <a:ea typeface="Arial"/>
                <a:cs typeface="Arial"/>
              </a:defRPr>
            </a:lvl4pPr>
            <a:lvl5pPr algn="l">
              <a:defRPr sz="1050" b="0">
                <a:solidFill>
                  <a:srgbClr val="293930"/>
                </a:solidFill>
                <a:latin typeface="Arial"/>
                <a:ea typeface="Arial"/>
                <a:cs typeface="Arial"/>
              </a:defRPr>
            </a:lvl5pPr>
            <a:lvl6pPr algn="l">
              <a:defRPr sz="1050" b="0">
                <a:solidFill>
                  <a:srgbClr val="293930"/>
                </a:solidFill>
                <a:latin typeface="Arial"/>
                <a:ea typeface="Arial"/>
                <a:cs typeface="Arial"/>
              </a:defRPr>
            </a:lvl6pPr>
            <a:lvl7pPr algn="l">
              <a:defRPr sz="1050" b="0">
                <a:solidFill>
                  <a:srgbClr val="293930"/>
                </a:solidFill>
                <a:latin typeface="Arial"/>
                <a:ea typeface="Arial"/>
                <a:cs typeface="Arial"/>
              </a:defRPr>
            </a:lvl7pPr>
            <a:lvl8pPr algn="l">
              <a:defRPr sz="1050" b="0">
                <a:solidFill>
                  <a:srgbClr val="293930"/>
                </a:solidFill>
                <a:latin typeface="Arial"/>
                <a:ea typeface="Arial"/>
                <a:cs typeface="Arial"/>
              </a:defRPr>
            </a:lvl8pPr>
            <a:lvl9pPr algn="l">
              <a:defRPr sz="1050" b="0">
                <a:solidFill>
                  <a:srgbClr val="293930"/>
                </a:solidFill>
                <a:latin typeface="Arial"/>
                <a:ea typeface="Arial"/>
                <a:cs typeface="Arial"/>
              </a:defRPr>
            </a:lvl9pPr>
          </a:lstStyle>
          <a:p xmlns:a="http://schemas.openxmlformats.org/drawingml/2006/main">
            <a:pPr algn="l">
              <a:defRPr sz="1050" b="0">
                <a:solidFill>
                  <a:srgbClr val="293930"/>
                </a:solidFill>
                <a:latin typeface="Arial"/>
                <a:ea typeface="Arial"/>
                <a:cs typeface="Arial"/>
              </a:defRPr>
            </a:pPr>
            <a:r>
              <a:rPr sz="1050" b="0">
                <a:solidFill>
                  <a:srgbClr val="293930"/>
                </a:solidFill>
                <a:latin typeface="Arial"/>
                <a:ea typeface="Arial"/>
                <a:cs typeface="Arial"/>
              </a:rPr>
              <a:t>A quiet afternoon.</a:t>
            </a:r>
          </a:p>
        </p:txBody>
      </p:sp>
      <p:sp>
        <p:nvSpPr>
          <p:cNvPr id="25" name="shape-231">
            <a:extLst xmlns:a="http://schemas.openxmlformats.org/drawingml/2006/main">
              <a:ext uri="{FF2B5EF4-FFF2-40B4-BE49-F238E27FC236}">
                <a16:creationId xmlns:a16="http://schemas.microsoft.com/office/drawing/2014/main" id="{2C28A0C3-EC19-4BAC-8500-A3BA76071963}"/>
              </a:ext>
            </a:extLst>
          </p:cNvPr>
          <p:cNvSpPr>
            <a:spLocks xmlns:a="http://schemas.openxmlformats.org/drawingml/2006/main" noGrp="1"/>
          </p:cNvSpPr>
          <p:nvPr/>
        </p:nvSpPr>
        <p:spPr>
          <a:xfrm xmlns:a="http://schemas.openxmlformats.org/drawingml/2006/main">
            <a:off x="4029075" y="5305425"/>
            <a:ext cx="1981200" cy="371475"/>
          </a:xfrm>
          <a:prstGeom xmlns:a="http://schemas.openxmlformats.org/drawingml/2006/main" prst="roundRect">
            <a:avLst>
              <a:gd name="adj" fmla="val 17949"/>
            </a:avLst>
          </a:prstGeom>
          <a:solidFill xmlns:a="http://schemas.openxmlformats.org/drawingml/2006/main">
            <a:srgbClr val="405840"/>
          </a:solidFill>
          <a:ln xmlns:a="http://schemas.openxmlformats.org/drawingml/2006/main" w="0">
            <a:noFill/>
            <a:prstDash val="solid"/>
          </a:ln>
        </p:spPr>
      </p:sp>
      <p:sp>
        <p:nvSpPr>
          <p:cNvPr id="26" name="text-233">
            <a:extLst xmlns:a="http://schemas.openxmlformats.org/drawingml/2006/main">
              <a:ext uri="{FF2B5EF4-FFF2-40B4-BE49-F238E27FC236}">
                <a16:creationId xmlns:a16="http://schemas.microsoft.com/office/drawing/2014/main" id="{33CC0851-5E41-4CDA-8724-E60B1F8541BA}"/>
              </a:ext>
            </a:extLst>
          </p:cNvPr>
          <p:cNvSpPr>
            <a:spLocks xmlns:a="http://schemas.openxmlformats.org/drawingml/2006/main" noGrp="1"/>
          </p:cNvSpPr>
          <p:nvPr/>
        </p:nvSpPr>
        <p:spPr>
          <a:xfrm xmlns:a="http://schemas.openxmlformats.org/drawingml/2006/main">
            <a:off x="4105275" y="5305425"/>
            <a:ext cx="1828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0">
                <a:solidFill>
                  <a:srgbClr val="F3F0E6"/>
                </a:solidFill>
                <a:latin typeface="Arial"/>
                <a:ea typeface="Arial"/>
                <a:cs typeface="Arial"/>
              </a:defRPr>
            </a:defPPr>
            <a:lvl1pPr algn="ctr">
              <a:defRPr sz="1125" b="0">
                <a:solidFill>
                  <a:srgbClr val="F3F0E6"/>
                </a:solidFill>
                <a:latin typeface="Arial"/>
                <a:ea typeface="Arial"/>
                <a:cs typeface="Arial"/>
              </a:defRPr>
            </a:lvl1pPr>
            <a:lvl2pPr algn="ctr">
              <a:defRPr sz="1125" b="0">
                <a:solidFill>
                  <a:srgbClr val="F3F0E6"/>
                </a:solidFill>
                <a:latin typeface="Arial"/>
                <a:ea typeface="Arial"/>
                <a:cs typeface="Arial"/>
              </a:defRPr>
            </a:lvl2pPr>
            <a:lvl3pPr algn="ctr">
              <a:defRPr sz="1125" b="0">
                <a:solidFill>
                  <a:srgbClr val="F3F0E6"/>
                </a:solidFill>
                <a:latin typeface="Arial"/>
                <a:ea typeface="Arial"/>
                <a:cs typeface="Arial"/>
              </a:defRPr>
            </a:lvl3pPr>
            <a:lvl4pPr algn="ctr">
              <a:defRPr sz="1125" b="0">
                <a:solidFill>
                  <a:srgbClr val="F3F0E6"/>
                </a:solidFill>
                <a:latin typeface="Arial"/>
                <a:ea typeface="Arial"/>
                <a:cs typeface="Arial"/>
              </a:defRPr>
            </a:lvl4pPr>
            <a:lvl5pPr algn="ctr">
              <a:defRPr sz="1125" b="0">
                <a:solidFill>
                  <a:srgbClr val="F3F0E6"/>
                </a:solidFill>
                <a:latin typeface="Arial"/>
                <a:ea typeface="Arial"/>
                <a:cs typeface="Arial"/>
              </a:defRPr>
            </a:lvl5pPr>
            <a:lvl6pPr algn="ctr">
              <a:defRPr sz="1125" b="0">
                <a:solidFill>
                  <a:srgbClr val="F3F0E6"/>
                </a:solidFill>
                <a:latin typeface="Arial"/>
                <a:ea typeface="Arial"/>
                <a:cs typeface="Arial"/>
              </a:defRPr>
            </a:lvl6pPr>
            <a:lvl7pPr algn="ctr">
              <a:defRPr sz="1125" b="0">
                <a:solidFill>
                  <a:srgbClr val="F3F0E6"/>
                </a:solidFill>
                <a:latin typeface="Arial"/>
                <a:ea typeface="Arial"/>
                <a:cs typeface="Arial"/>
              </a:defRPr>
            </a:lvl7pPr>
            <a:lvl8pPr algn="ctr">
              <a:defRPr sz="1125" b="0">
                <a:solidFill>
                  <a:srgbClr val="F3F0E6"/>
                </a:solidFill>
                <a:latin typeface="Arial"/>
                <a:ea typeface="Arial"/>
                <a:cs typeface="Arial"/>
              </a:defRPr>
            </a:lvl8pPr>
            <a:lvl9pPr algn="ctr">
              <a:defRPr sz="1125" b="0">
                <a:solidFill>
                  <a:srgbClr val="F3F0E6"/>
                </a:solidFill>
                <a:latin typeface="Arial"/>
                <a:ea typeface="Arial"/>
                <a:cs typeface="Arial"/>
              </a:defRPr>
            </a:lvl9pPr>
          </a:lstStyle>
          <a:p xmlns:a="http://schemas.openxmlformats.org/drawingml/2006/main">
            <a:pPr algn="ctr">
              <a:defRPr sz="1125" b="0">
                <a:solidFill>
                  <a:srgbClr val="F3F0E6"/>
                </a:solidFill>
                <a:latin typeface="Arial"/>
                <a:ea typeface="Arial"/>
                <a:cs typeface="Arial"/>
              </a:defRPr>
            </a:pPr>
            <a:r>
              <a:rPr sz="1125" b="0">
                <a:solidFill>
                  <a:srgbClr val="F3F0E6"/>
                </a:solidFill>
                <a:latin typeface="Arial"/>
                <a:ea typeface="Arial"/>
                <a:cs typeface="Arial"/>
              </a:rPr>
              <a:t>Download image</a:t>
            </a:r>
          </a:p>
        </p:txBody>
      </p:sp>
      <p:sp>
        <p:nvSpPr>
          <p:cNvPr id="27" name="text-235">
            <a:extLst xmlns:a="http://schemas.openxmlformats.org/drawingml/2006/main">
              <a:ext uri="{FF2B5EF4-FFF2-40B4-BE49-F238E27FC236}">
                <a16:creationId xmlns:a16="http://schemas.microsoft.com/office/drawing/2014/main" id="{65E159B3-D748-477F-B26A-AD25265602C6}"/>
              </a:ext>
            </a:extLst>
          </p:cNvPr>
          <p:cNvSpPr>
            <a:spLocks xmlns:a="http://schemas.openxmlformats.org/drawingml/2006/main" noGrp="1"/>
          </p:cNvSpPr>
          <p:nvPr/>
        </p:nvSpPr>
        <p:spPr>
          <a:xfrm xmlns:a="http://schemas.openxmlformats.org/drawingml/2006/main">
            <a:off x="781050" y="62103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4705F"/>
                </a:solidFill>
                <a:latin typeface="Arial"/>
                <a:ea typeface="Arial"/>
                <a:cs typeface="Arial"/>
              </a:defRPr>
            </a:defPPr>
            <a:lvl1pPr algn="ctr">
              <a:defRPr sz="1050" b="0">
                <a:solidFill>
                  <a:srgbClr val="64705F"/>
                </a:solidFill>
                <a:latin typeface="Arial"/>
                <a:ea typeface="Arial"/>
                <a:cs typeface="Arial"/>
              </a:defRPr>
            </a:lvl1pPr>
            <a:lvl2pPr algn="ctr">
              <a:defRPr sz="1050" b="0">
                <a:solidFill>
                  <a:srgbClr val="64705F"/>
                </a:solidFill>
                <a:latin typeface="Arial"/>
                <a:ea typeface="Arial"/>
                <a:cs typeface="Arial"/>
              </a:defRPr>
            </a:lvl2pPr>
            <a:lvl3pPr algn="ctr">
              <a:defRPr sz="1050" b="0">
                <a:solidFill>
                  <a:srgbClr val="64705F"/>
                </a:solidFill>
                <a:latin typeface="Arial"/>
                <a:ea typeface="Arial"/>
                <a:cs typeface="Arial"/>
              </a:defRPr>
            </a:lvl3pPr>
            <a:lvl4pPr algn="ctr">
              <a:defRPr sz="1050" b="0">
                <a:solidFill>
                  <a:srgbClr val="64705F"/>
                </a:solidFill>
                <a:latin typeface="Arial"/>
                <a:ea typeface="Arial"/>
                <a:cs typeface="Arial"/>
              </a:defRPr>
            </a:lvl4pPr>
            <a:lvl5pPr algn="ctr">
              <a:defRPr sz="1050" b="0">
                <a:solidFill>
                  <a:srgbClr val="64705F"/>
                </a:solidFill>
                <a:latin typeface="Arial"/>
                <a:ea typeface="Arial"/>
                <a:cs typeface="Arial"/>
              </a:defRPr>
            </a:lvl5pPr>
            <a:lvl6pPr algn="ctr">
              <a:defRPr sz="1050" b="0">
                <a:solidFill>
                  <a:srgbClr val="64705F"/>
                </a:solidFill>
                <a:latin typeface="Arial"/>
                <a:ea typeface="Arial"/>
                <a:cs typeface="Arial"/>
              </a:defRPr>
            </a:lvl6pPr>
            <a:lvl7pPr algn="ctr">
              <a:defRPr sz="1050" b="0">
                <a:solidFill>
                  <a:srgbClr val="64705F"/>
                </a:solidFill>
                <a:latin typeface="Arial"/>
                <a:ea typeface="Arial"/>
                <a:cs typeface="Arial"/>
              </a:defRPr>
            </a:lvl7pPr>
            <a:lvl8pPr algn="ctr">
              <a:defRPr sz="1050" b="0">
                <a:solidFill>
                  <a:srgbClr val="64705F"/>
                </a:solidFill>
                <a:latin typeface="Arial"/>
                <a:ea typeface="Arial"/>
                <a:cs typeface="Arial"/>
              </a:defRPr>
            </a:lvl8pPr>
            <a:lvl9pPr algn="ctr">
              <a:defRPr sz="1050" b="0">
                <a:solidFill>
                  <a:srgbClr val="64705F"/>
                </a:solidFill>
                <a:latin typeface="Arial"/>
                <a:ea typeface="Arial"/>
                <a:cs typeface="Arial"/>
              </a:defRPr>
            </a:lvl9pPr>
          </a:lstStyle>
          <a:p xmlns:a="http://schemas.openxmlformats.org/drawingml/2006/main">
            <a:pPr algn="ctr">
              <a:defRPr sz="1050" b="0">
                <a:solidFill>
                  <a:srgbClr val="64705F"/>
                </a:solidFill>
                <a:latin typeface="Arial"/>
                <a:ea typeface="Arial"/>
                <a:cs typeface="Arial"/>
              </a:defRPr>
            </a:pPr>
            <a:r>
              <a:rPr sz="1050" b="0">
                <a:solidFill>
                  <a:srgbClr val="64705F"/>
                </a:solidFill>
                <a:latin typeface="Arial"/>
                <a:ea typeface="Arial"/>
                <a:cs typeface="Arial"/>
              </a:rPr>
              <a:t>Current view</a:t>
            </a:r>
          </a:p>
        </p:txBody>
      </p:sp>
      <p:sp>
        <p:nvSpPr>
          <p:cNvPr id="28" name="text-237">
            <a:extLst xmlns:a="http://schemas.openxmlformats.org/drawingml/2006/main">
              <a:ext uri="{FF2B5EF4-FFF2-40B4-BE49-F238E27FC236}">
                <a16:creationId xmlns:a16="http://schemas.microsoft.com/office/drawing/2014/main" id="{406F2E3A-22D3-4CE2-9E48-261DC2A2D2CB}"/>
              </a:ext>
            </a:extLst>
          </p:cNvPr>
          <p:cNvSpPr>
            <a:spLocks xmlns:a="http://schemas.openxmlformats.org/drawingml/2006/main" noGrp="1"/>
          </p:cNvSpPr>
          <p:nvPr/>
        </p:nvSpPr>
        <p:spPr>
          <a:xfrm xmlns:a="http://schemas.openxmlformats.org/drawingml/2006/main">
            <a:off x="3848100" y="62103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4705F"/>
                </a:solidFill>
                <a:latin typeface="Arial"/>
                <a:ea typeface="Arial"/>
                <a:cs typeface="Arial"/>
              </a:defRPr>
            </a:defPPr>
            <a:lvl1pPr algn="ctr">
              <a:defRPr sz="1050" b="0">
                <a:solidFill>
                  <a:srgbClr val="64705F"/>
                </a:solidFill>
                <a:latin typeface="Arial"/>
                <a:ea typeface="Arial"/>
                <a:cs typeface="Arial"/>
              </a:defRPr>
            </a:lvl1pPr>
            <a:lvl2pPr algn="ctr">
              <a:defRPr sz="1050" b="0">
                <a:solidFill>
                  <a:srgbClr val="64705F"/>
                </a:solidFill>
                <a:latin typeface="Arial"/>
                <a:ea typeface="Arial"/>
                <a:cs typeface="Arial"/>
              </a:defRPr>
            </a:lvl2pPr>
            <a:lvl3pPr algn="ctr">
              <a:defRPr sz="1050" b="0">
                <a:solidFill>
                  <a:srgbClr val="64705F"/>
                </a:solidFill>
                <a:latin typeface="Arial"/>
                <a:ea typeface="Arial"/>
                <a:cs typeface="Arial"/>
              </a:defRPr>
            </a:lvl3pPr>
            <a:lvl4pPr algn="ctr">
              <a:defRPr sz="1050" b="0">
                <a:solidFill>
                  <a:srgbClr val="64705F"/>
                </a:solidFill>
                <a:latin typeface="Arial"/>
                <a:ea typeface="Arial"/>
                <a:cs typeface="Arial"/>
              </a:defRPr>
            </a:lvl4pPr>
            <a:lvl5pPr algn="ctr">
              <a:defRPr sz="1050" b="0">
                <a:solidFill>
                  <a:srgbClr val="64705F"/>
                </a:solidFill>
                <a:latin typeface="Arial"/>
                <a:ea typeface="Arial"/>
                <a:cs typeface="Arial"/>
              </a:defRPr>
            </a:lvl5pPr>
            <a:lvl6pPr algn="ctr">
              <a:defRPr sz="1050" b="0">
                <a:solidFill>
                  <a:srgbClr val="64705F"/>
                </a:solidFill>
                <a:latin typeface="Arial"/>
                <a:ea typeface="Arial"/>
                <a:cs typeface="Arial"/>
              </a:defRPr>
            </a:lvl6pPr>
            <a:lvl7pPr algn="ctr">
              <a:defRPr sz="1050" b="0">
                <a:solidFill>
                  <a:srgbClr val="64705F"/>
                </a:solidFill>
                <a:latin typeface="Arial"/>
                <a:ea typeface="Arial"/>
                <a:cs typeface="Arial"/>
              </a:defRPr>
            </a:lvl7pPr>
            <a:lvl8pPr algn="ctr">
              <a:defRPr sz="1050" b="0">
                <a:solidFill>
                  <a:srgbClr val="64705F"/>
                </a:solidFill>
                <a:latin typeface="Arial"/>
                <a:ea typeface="Arial"/>
                <a:cs typeface="Arial"/>
              </a:defRPr>
            </a:lvl8pPr>
            <a:lvl9pPr algn="ctr">
              <a:defRPr sz="1050" b="0">
                <a:solidFill>
                  <a:srgbClr val="64705F"/>
                </a:solidFill>
                <a:latin typeface="Arial"/>
                <a:ea typeface="Arial"/>
                <a:cs typeface="Arial"/>
              </a:defRPr>
            </a:lvl9pPr>
          </a:lstStyle>
          <a:p xmlns:a="http://schemas.openxmlformats.org/drawingml/2006/main">
            <a:pPr algn="ctr">
              <a:defRPr sz="1050" b="0">
                <a:solidFill>
                  <a:srgbClr val="64705F"/>
                </a:solidFill>
                <a:latin typeface="Arial"/>
                <a:ea typeface="Arial"/>
                <a:cs typeface="Arial"/>
              </a:defRPr>
            </a:pPr>
            <a:r>
              <a:rPr sz="1050" b="0">
                <a:solidFill>
                  <a:srgbClr val="64705F"/>
                </a:solidFill>
                <a:latin typeface="Arial"/>
                <a:ea typeface="Arial"/>
                <a:cs typeface="Arial"/>
              </a:rPr>
              <a:t>Capture dialog</a:t>
            </a:r>
          </a:p>
        </p:txBody>
      </p:sp>
      <p:sp>
        <p:nvSpPr>
          <p:cNvPr id="29" name="text-239">
            <a:extLst xmlns:a="http://schemas.openxmlformats.org/drawingml/2006/main">
              <a:ext uri="{FF2B5EF4-FFF2-40B4-BE49-F238E27FC236}">
                <a16:creationId xmlns:a16="http://schemas.microsoft.com/office/drawing/2014/main" id="{8907A97F-FCCA-484E-886C-CE8B821AE1B1}"/>
              </a:ext>
            </a:extLst>
          </p:cNvPr>
          <p:cNvSpPr>
            <a:spLocks xmlns:a="http://schemas.openxmlformats.org/drawingml/2006/main" noGrp="1"/>
          </p:cNvSpPr>
          <p:nvPr/>
        </p:nvSpPr>
        <p:spPr>
          <a:xfrm xmlns:a="http://schemas.openxmlformats.org/drawingml/2006/main">
            <a:off x="6924675" y="1752600"/>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93930"/>
                </a:solidFill>
                <a:latin typeface="Arial"/>
                <a:ea typeface="Arial"/>
                <a:cs typeface="Arial"/>
              </a:defRPr>
            </a:defPPr>
            <a:lvl1pPr algn="l">
              <a:defRPr sz="2250" b="1">
                <a:solidFill>
                  <a:srgbClr val="293930"/>
                </a:solidFill>
                <a:latin typeface="Arial"/>
                <a:ea typeface="Arial"/>
                <a:cs typeface="Arial"/>
              </a:defRPr>
            </a:lvl1pPr>
            <a:lvl2pPr algn="l">
              <a:defRPr sz="2250" b="1">
                <a:solidFill>
                  <a:srgbClr val="293930"/>
                </a:solidFill>
                <a:latin typeface="Arial"/>
                <a:ea typeface="Arial"/>
                <a:cs typeface="Arial"/>
              </a:defRPr>
            </a:lvl2pPr>
            <a:lvl3pPr algn="l">
              <a:defRPr sz="2250" b="1">
                <a:solidFill>
                  <a:srgbClr val="293930"/>
                </a:solidFill>
                <a:latin typeface="Arial"/>
                <a:ea typeface="Arial"/>
                <a:cs typeface="Arial"/>
              </a:defRPr>
            </a:lvl3pPr>
            <a:lvl4pPr algn="l">
              <a:defRPr sz="2250" b="1">
                <a:solidFill>
                  <a:srgbClr val="293930"/>
                </a:solidFill>
                <a:latin typeface="Arial"/>
                <a:ea typeface="Arial"/>
                <a:cs typeface="Arial"/>
              </a:defRPr>
            </a:lvl4pPr>
            <a:lvl5pPr algn="l">
              <a:defRPr sz="2250" b="1">
                <a:solidFill>
                  <a:srgbClr val="293930"/>
                </a:solidFill>
                <a:latin typeface="Arial"/>
                <a:ea typeface="Arial"/>
                <a:cs typeface="Arial"/>
              </a:defRPr>
            </a:lvl5pPr>
            <a:lvl6pPr algn="l">
              <a:defRPr sz="2250" b="1">
                <a:solidFill>
                  <a:srgbClr val="293930"/>
                </a:solidFill>
                <a:latin typeface="Arial"/>
                <a:ea typeface="Arial"/>
                <a:cs typeface="Arial"/>
              </a:defRPr>
            </a:lvl6pPr>
            <a:lvl7pPr algn="l">
              <a:defRPr sz="2250" b="1">
                <a:solidFill>
                  <a:srgbClr val="293930"/>
                </a:solidFill>
                <a:latin typeface="Arial"/>
                <a:ea typeface="Arial"/>
                <a:cs typeface="Arial"/>
              </a:defRPr>
            </a:lvl7pPr>
            <a:lvl8pPr algn="l">
              <a:defRPr sz="2250" b="1">
                <a:solidFill>
                  <a:srgbClr val="293930"/>
                </a:solidFill>
                <a:latin typeface="Arial"/>
                <a:ea typeface="Arial"/>
                <a:cs typeface="Arial"/>
              </a:defRPr>
            </a:lvl8pPr>
            <a:lvl9pPr algn="l">
              <a:defRPr sz="2250" b="1">
                <a:solidFill>
                  <a:srgbClr val="293930"/>
                </a:solidFill>
                <a:latin typeface="Arial"/>
                <a:ea typeface="Arial"/>
                <a:cs typeface="Arial"/>
              </a:defRPr>
            </a:lvl9pPr>
          </a:lstStyle>
          <a:p xmlns:a="http://schemas.openxmlformats.org/drawingml/2006/main">
            <a:pPr algn="l">
              <a:defRPr sz="2250" b="1">
                <a:solidFill>
                  <a:srgbClr val="293930"/>
                </a:solidFill>
                <a:latin typeface="Arial"/>
                <a:ea typeface="Arial"/>
                <a:cs typeface="Arial"/>
              </a:defRPr>
            </a:pPr>
            <a:r>
              <a:rPr sz="2250" b="1">
                <a:solidFill>
                  <a:srgbClr val="293930"/>
                </a:solidFill>
                <a:latin typeface="Arial"/>
                <a:ea typeface="Arial"/>
                <a:cs typeface="Arial"/>
              </a:rPr>
              <a:t>The crop stays personal</a:t>
            </a:r>
          </a:p>
        </p:txBody>
      </p:sp>
      <p:sp>
        <p:nvSpPr>
          <p:cNvPr id="30" name="text-241">
            <a:extLst xmlns:a="http://schemas.openxmlformats.org/drawingml/2006/main">
              <a:ext uri="{FF2B5EF4-FFF2-40B4-BE49-F238E27FC236}">
                <a16:creationId xmlns:a16="http://schemas.microsoft.com/office/drawing/2014/main" id="{FBF0CA07-53B9-48DF-B805-3E2F42D2DBBD}"/>
              </a:ext>
            </a:extLst>
          </p:cNvPr>
          <p:cNvSpPr>
            <a:spLocks xmlns:a="http://schemas.openxmlformats.org/drawingml/2006/main" noGrp="1"/>
          </p:cNvSpPr>
          <p:nvPr/>
        </p:nvSpPr>
        <p:spPr>
          <a:xfrm xmlns:a="http://schemas.openxmlformats.org/drawingml/2006/main">
            <a:off x="6924675" y="2533650"/>
            <a:ext cx="4381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3930"/>
                </a:solidFill>
                <a:latin typeface="Arial"/>
                <a:ea typeface="Arial"/>
                <a:cs typeface="Arial"/>
              </a:defRPr>
            </a:defPPr>
            <a:lvl1pPr algn="l">
              <a:defRPr sz="1875" b="0">
                <a:solidFill>
                  <a:srgbClr val="293930"/>
                </a:solidFill>
                <a:latin typeface="Arial"/>
                <a:ea typeface="Arial"/>
                <a:cs typeface="Arial"/>
              </a:defRPr>
            </a:lvl1pPr>
            <a:lvl2pPr algn="l">
              <a:defRPr sz="1875" b="0">
                <a:solidFill>
                  <a:srgbClr val="293930"/>
                </a:solidFill>
                <a:latin typeface="Arial"/>
                <a:ea typeface="Arial"/>
                <a:cs typeface="Arial"/>
              </a:defRPr>
            </a:lvl2pPr>
            <a:lvl3pPr algn="l">
              <a:defRPr sz="1875" b="0">
                <a:solidFill>
                  <a:srgbClr val="293930"/>
                </a:solidFill>
                <a:latin typeface="Arial"/>
                <a:ea typeface="Arial"/>
                <a:cs typeface="Arial"/>
              </a:defRPr>
            </a:lvl3pPr>
            <a:lvl4pPr algn="l">
              <a:defRPr sz="1875" b="0">
                <a:solidFill>
                  <a:srgbClr val="293930"/>
                </a:solidFill>
                <a:latin typeface="Arial"/>
                <a:ea typeface="Arial"/>
                <a:cs typeface="Arial"/>
              </a:defRPr>
            </a:lvl4pPr>
            <a:lvl5pPr algn="l">
              <a:defRPr sz="1875" b="0">
                <a:solidFill>
                  <a:srgbClr val="293930"/>
                </a:solidFill>
                <a:latin typeface="Arial"/>
                <a:ea typeface="Arial"/>
                <a:cs typeface="Arial"/>
              </a:defRPr>
            </a:lvl5pPr>
            <a:lvl6pPr algn="l">
              <a:defRPr sz="1875" b="0">
                <a:solidFill>
                  <a:srgbClr val="293930"/>
                </a:solidFill>
                <a:latin typeface="Arial"/>
                <a:ea typeface="Arial"/>
                <a:cs typeface="Arial"/>
              </a:defRPr>
            </a:lvl6pPr>
            <a:lvl7pPr algn="l">
              <a:defRPr sz="1875" b="0">
                <a:solidFill>
                  <a:srgbClr val="293930"/>
                </a:solidFill>
                <a:latin typeface="Arial"/>
                <a:ea typeface="Arial"/>
                <a:cs typeface="Arial"/>
              </a:defRPr>
            </a:lvl7pPr>
            <a:lvl8pPr algn="l">
              <a:defRPr sz="1875" b="0">
                <a:solidFill>
                  <a:srgbClr val="293930"/>
                </a:solidFill>
                <a:latin typeface="Arial"/>
                <a:ea typeface="Arial"/>
                <a:cs typeface="Arial"/>
              </a:defRPr>
            </a:lvl8pPr>
            <a:lvl9pPr algn="l">
              <a:defRPr sz="1875" b="0">
                <a:solidFill>
                  <a:srgbClr val="293930"/>
                </a:solidFill>
                <a:latin typeface="Arial"/>
                <a:ea typeface="Arial"/>
                <a:cs typeface="Arial"/>
              </a:defRPr>
            </a:lvl9pPr>
          </a:lstStyle>
          <a:p xmlns:a="http://schemas.openxmlformats.org/drawingml/2006/main">
            <a:pPr algn="l">
              <a:defRPr sz="1875" b="0">
                <a:solidFill>
                  <a:srgbClr val="293930"/>
                </a:solidFill>
                <a:latin typeface="Arial"/>
                <a:ea typeface="Arial"/>
                <a:cs typeface="Arial"/>
              </a:defRPr>
            </a:pPr>
            <a:r>
              <a:rPr sz="1875" b="0">
                <a:solidFill>
                  <a:srgbClr val="293930"/>
                </a:solidFill>
                <a:latin typeface="Arial"/>
                <a:ea typeface="Arial"/>
                <a:cs typeface="Arial"/>
              </a:rPr>
              <a:t>Panning changes what the visitor keeps. The download uses that same crop.</a:t>
            </a:r>
          </a:p>
        </p:txBody>
      </p:sp>
      <p:sp>
        <p:nvSpPr>
          <p:cNvPr id="31" name="shape-242">
            <a:extLst xmlns:a="http://schemas.openxmlformats.org/drawingml/2006/main">
              <a:ext uri="{FF2B5EF4-FFF2-40B4-BE49-F238E27FC236}">
                <a16:creationId xmlns:a16="http://schemas.microsoft.com/office/drawing/2014/main" id="{F5ED95DC-6561-4C67-B869-E6DA1D8B01B1}"/>
              </a:ext>
            </a:extLst>
          </p:cNvPr>
          <p:cNvSpPr>
            <a:spLocks xmlns:a="http://schemas.openxmlformats.org/drawingml/2006/main" noGrp="1"/>
          </p:cNvSpPr>
          <p:nvPr/>
        </p:nvSpPr>
        <p:spPr>
          <a:xfrm xmlns:a="http://schemas.openxmlformats.org/drawingml/2006/main">
            <a:off x="6924675" y="3657600"/>
            <a:ext cx="4429125"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32" name="text-244">
            <a:extLst xmlns:a="http://schemas.openxmlformats.org/drawingml/2006/main">
              <a:ext uri="{FF2B5EF4-FFF2-40B4-BE49-F238E27FC236}">
                <a16:creationId xmlns:a16="http://schemas.microsoft.com/office/drawing/2014/main" id="{91C060D1-AB7F-4005-AE3C-1DEAD46DB5C2}"/>
              </a:ext>
            </a:extLst>
          </p:cNvPr>
          <p:cNvSpPr>
            <a:spLocks xmlns:a="http://schemas.openxmlformats.org/drawingml/2006/main" noGrp="1"/>
          </p:cNvSpPr>
          <p:nvPr/>
        </p:nvSpPr>
        <p:spPr>
          <a:xfrm xmlns:a="http://schemas.openxmlformats.org/drawingml/2006/main">
            <a:off x="6924675" y="3962400"/>
            <a:ext cx="442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293930"/>
                </a:solidFill>
                <a:latin typeface="Arial"/>
                <a:ea typeface="Arial"/>
                <a:cs typeface="Arial"/>
              </a:defRPr>
            </a:defPPr>
            <a:lvl1pPr algn="l">
              <a:defRPr sz="1950" b="1">
                <a:solidFill>
                  <a:srgbClr val="293930"/>
                </a:solidFill>
                <a:latin typeface="Arial"/>
                <a:ea typeface="Arial"/>
                <a:cs typeface="Arial"/>
              </a:defRPr>
            </a:lvl1pPr>
            <a:lvl2pPr algn="l">
              <a:defRPr sz="1950" b="1">
                <a:solidFill>
                  <a:srgbClr val="293930"/>
                </a:solidFill>
                <a:latin typeface="Arial"/>
                <a:ea typeface="Arial"/>
                <a:cs typeface="Arial"/>
              </a:defRPr>
            </a:lvl2pPr>
            <a:lvl3pPr algn="l">
              <a:defRPr sz="1950" b="1">
                <a:solidFill>
                  <a:srgbClr val="293930"/>
                </a:solidFill>
                <a:latin typeface="Arial"/>
                <a:ea typeface="Arial"/>
                <a:cs typeface="Arial"/>
              </a:defRPr>
            </a:lvl3pPr>
            <a:lvl4pPr algn="l">
              <a:defRPr sz="1950" b="1">
                <a:solidFill>
                  <a:srgbClr val="293930"/>
                </a:solidFill>
                <a:latin typeface="Arial"/>
                <a:ea typeface="Arial"/>
                <a:cs typeface="Arial"/>
              </a:defRPr>
            </a:lvl4pPr>
            <a:lvl5pPr algn="l">
              <a:defRPr sz="1950" b="1">
                <a:solidFill>
                  <a:srgbClr val="293930"/>
                </a:solidFill>
                <a:latin typeface="Arial"/>
                <a:ea typeface="Arial"/>
                <a:cs typeface="Arial"/>
              </a:defRPr>
            </a:lvl5pPr>
            <a:lvl6pPr algn="l">
              <a:defRPr sz="1950" b="1">
                <a:solidFill>
                  <a:srgbClr val="293930"/>
                </a:solidFill>
                <a:latin typeface="Arial"/>
                <a:ea typeface="Arial"/>
                <a:cs typeface="Arial"/>
              </a:defRPr>
            </a:lvl6pPr>
            <a:lvl7pPr algn="l">
              <a:defRPr sz="1950" b="1">
                <a:solidFill>
                  <a:srgbClr val="293930"/>
                </a:solidFill>
                <a:latin typeface="Arial"/>
                <a:ea typeface="Arial"/>
                <a:cs typeface="Arial"/>
              </a:defRPr>
            </a:lvl7pPr>
            <a:lvl8pPr algn="l">
              <a:defRPr sz="1950" b="1">
                <a:solidFill>
                  <a:srgbClr val="293930"/>
                </a:solidFill>
                <a:latin typeface="Arial"/>
                <a:ea typeface="Arial"/>
                <a:cs typeface="Arial"/>
              </a:defRPr>
            </a:lvl8pPr>
            <a:lvl9pPr algn="l">
              <a:defRPr sz="1950" b="1">
                <a:solidFill>
                  <a:srgbClr val="293930"/>
                </a:solidFill>
                <a:latin typeface="Arial"/>
                <a:ea typeface="Arial"/>
                <a:cs typeface="Arial"/>
              </a:defRPr>
            </a:lvl9pPr>
          </a:lstStyle>
          <a:p xmlns:a="http://schemas.openxmlformats.org/drawingml/2006/main">
            <a:pPr algn="l">
              <a:defRPr sz="1950" b="1">
                <a:solidFill>
                  <a:srgbClr val="293930"/>
                </a:solidFill>
                <a:latin typeface="Arial"/>
                <a:ea typeface="Arial"/>
                <a:cs typeface="Arial"/>
              </a:defRPr>
            </a:pPr>
            <a:r>
              <a:rPr sz="1950" b="1">
                <a:solidFill>
                  <a:srgbClr val="293930"/>
                </a:solidFill>
                <a:latin typeface="Arial"/>
                <a:ea typeface="Arial"/>
                <a:cs typeface="Arial"/>
              </a:rPr>
              <a:t>The dialog fits the screen</a:t>
            </a:r>
          </a:p>
        </p:txBody>
      </p:sp>
      <p:sp>
        <p:nvSpPr>
          <p:cNvPr id="33" name="text-246">
            <a:extLst xmlns:a="http://schemas.openxmlformats.org/drawingml/2006/main">
              <a:ext uri="{FF2B5EF4-FFF2-40B4-BE49-F238E27FC236}">
                <a16:creationId xmlns:a16="http://schemas.microsoft.com/office/drawing/2014/main" id="{7DB91AC8-01D2-4F40-B564-7547CD212412}"/>
              </a:ext>
            </a:extLst>
          </p:cNvPr>
          <p:cNvSpPr>
            <a:spLocks xmlns:a="http://schemas.openxmlformats.org/drawingml/2006/main" noGrp="1"/>
          </p:cNvSpPr>
          <p:nvPr/>
        </p:nvSpPr>
        <p:spPr>
          <a:xfrm xmlns:a="http://schemas.openxmlformats.org/drawingml/2006/main">
            <a:off x="6924675" y="4581525"/>
            <a:ext cx="44005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293930"/>
                </a:solidFill>
                <a:latin typeface="Arial"/>
                <a:ea typeface="Arial"/>
                <a:cs typeface="Arial"/>
              </a:defRPr>
            </a:defPPr>
            <a:lvl1pPr algn="l">
              <a:defRPr sz="1725" b="0">
                <a:solidFill>
                  <a:srgbClr val="293930"/>
                </a:solidFill>
                <a:latin typeface="Arial"/>
                <a:ea typeface="Arial"/>
                <a:cs typeface="Arial"/>
              </a:defRPr>
            </a:lvl1pPr>
            <a:lvl2pPr algn="l">
              <a:defRPr sz="1725" b="0">
                <a:solidFill>
                  <a:srgbClr val="293930"/>
                </a:solidFill>
                <a:latin typeface="Arial"/>
                <a:ea typeface="Arial"/>
                <a:cs typeface="Arial"/>
              </a:defRPr>
            </a:lvl2pPr>
            <a:lvl3pPr algn="l">
              <a:defRPr sz="1725" b="0">
                <a:solidFill>
                  <a:srgbClr val="293930"/>
                </a:solidFill>
                <a:latin typeface="Arial"/>
                <a:ea typeface="Arial"/>
                <a:cs typeface="Arial"/>
              </a:defRPr>
            </a:lvl3pPr>
            <a:lvl4pPr algn="l">
              <a:defRPr sz="1725" b="0">
                <a:solidFill>
                  <a:srgbClr val="293930"/>
                </a:solidFill>
                <a:latin typeface="Arial"/>
                <a:ea typeface="Arial"/>
                <a:cs typeface="Arial"/>
              </a:defRPr>
            </a:lvl4pPr>
            <a:lvl5pPr algn="l">
              <a:defRPr sz="1725" b="0">
                <a:solidFill>
                  <a:srgbClr val="293930"/>
                </a:solidFill>
                <a:latin typeface="Arial"/>
                <a:ea typeface="Arial"/>
                <a:cs typeface="Arial"/>
              </a:defRPr>
            </a:lvl5pPr>
            <a:lvl6pPr algn="l">
              <a:defRPr sz="1725" b="0">
                <a:solidFill>
                  <a:srgbClr val="293930"/>
                </a:solidFill>
                <a:latin typeface="Arial"/>
                <a:ea typeface="Arial"/>
                <a:cs typeface="Arial"/>
              </a:defRPr>
            </a:lvl6pPr>
            <a:lvl7pPr algn="l">
              <a:defRPr sz="1725" b="0">
                <a:solidFill>
                  <a:srgbClr val="293930"/>
                </a:solidFill>
                <a:latin typeface="Arial"/>
                <a:ea typeface="Arial"/>
                <a:cs typeface="Arial"/>
              </a:defRPr>
            </a:lvl7pPr>
            <a:lvl8pPr algn="l">
              <a:defRPr sz="1725" b="0">
                <a:solidFill>
                  <a:srgbClr val="293930"/>
                </a:solidFill>
                <a:latin typeface="Arial"/>
                <a:ea typeface="Arial"/>
                <a:cs typeface="Arial"/>
              </a:defRPr>
            </a:lvl8pPr>
            <a:lvl9pPr algn="l">
              <a:defRPr sz="1725" b="0">
                <a:solidFill>
                  <a:srgbClr val="293930"/>
                </a:solidFill>
                <a:latin typeface="Arial"/>
                <a:ea typeface="Arial"/>
                <a:cs typeface="Arial"/>
              </a:defRPr>
            </a:lvl9pPr>
          </a:lstStyle>
          <a:p xmlns:a="http://schemas.openxmlformats.org/drawingml/2006/main">
            <a:pPr algn="l">
              <a:defRPr sz="1725" b="0">
                <a:solidFill>
                  <a:srgbClr val="293930"/>
                </a:solidFill>
                <a:latin typeface="Arial"/>
                <a:ea typeface="Arial"/>
                <a:cs typeface="Arial"/>
              </a:defRPr>
            </a:pPr>
            <a:r>
              <a:rPr sz="1725" b="0">
                <a:solidFill>
                  <a:srgbClr val="293930"/>
                </a:solidFill>
                <a:latin typeface="Arial"/>
                <a:ea typeface="Arial"/>
                <a:cs typeface="Arial"/>
              </a:rPr>
              <a:t>Large touch targets. A scrollable note area when the keyboard opens. Clear download and close actions.</a:t>
            </a:r>
          </a:p>
        </p:txBody>
      </p:sp>
    </p:spTree>
    <p:extLst>
      <p:ext uri="{BB962C8B-B14F-4D97-AF65-F5344CB8AC3E}">
        <p14:creationId xmlns:p14="http://schemas.microsoft.com/office/powerpoint/2010/main" val="1544294159"/>
      </p:ext>
    </p:extLst>
  </p:cSld>
</p:sld>
</file>

<file path=ppt/slides/slide8.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23" name="text-248">
            <a:extLst xmlns:a="http://schemas.openxmlformats.org/drawingml/2006/main">
              <a:ext uri="{FF2B5EF4-FFF2-40B4-BE49-F238E27FC236}">
                <a16:creationId xmlns:a16="http://schemas.microsoft.com/office/drawing/2014/main" id="{EE5DE869-260F-4BB2-9B3F-82D9A30F597E}"/>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Every keepsake says what kind of view it is</a:t>
            </a:r>
          </a:p>
        </p:txBody>
      </p:sp>
      <p:sp>
        <p:nvSpPr>
          <p:cNvPr id="2" name="text-250">
            <a:extLst xmlns:a="http://schemas.openxmlformats.org/drawingml/2006/main">
              <a:ext uri="{FF2B5EF4-FFF2-40B4-BE49-F238E27FC236}">
                <a16:creationId xmlns:a16="http://schemas.microsoft.com/office/drawing/2014/main" id="{303330C4-3722-489C-B8D7-73B3FA8BF3C8}"/>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card describes the captured state, including combinations of modes</a:t>
            </a:r>
          </a:p>
        </p:txBody>
      </p:sp>
      <p:sp>
        <p:nvSpPr>
          <p:cNvPr id="3" name="shape-251">
            <a:extLst xmlns:a="http://schemas.openxmlformats.org/drawingml/2006/main">
              <a:ext uri="{FF2B5EF4-FFF2-40B4-BE49-F238E27FC236}">
                <a16:creationId xmlns:a16="http://schemas.microsoft.com/office/drawing/2014/main" id="{D0937BA7-9D55-4A94-B17D-49E168F8757D}"/>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253">
            <a:extLst xmlns:a="http://schemas.openxmlformats.org/drawingml/2006/main">
              <a:ext uri="{FF2B5EF4-FFF2-40B4-BE49-F238E27FC236}">
                <a16:creationId xmlns:a16="http://schemas.microsoft.com/office/drawing/2014/main" id="{26B5BE1E-2CA5-49A1-BEE8-9258C853AF08}"/>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255">
            <a:extLst xmlns:a="http://schemas.openxmlformats.org/drawingml/2006/main">
              <a:ext uri="{FF2B5EF4-FFF2-40B4-BE49-F238E27FC236}">
                <a16:creationId xmlns:a16="http://schemas.microsoft.com/office/drawing/2014/main" id="{E433EC6F-C63E-478C-893D-E76B930770A0}"/>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B0EA315F-9A41-4281-B12B-0106CFC6C976}"/>
              </a:ext>
            </a:extLst>
          </p:cNvPr>
          <p:cNvPicPr>
            <a:picLocks xmlns:a="http://schemas.openxmlformats.org/drawingml/2006/main" noChangeAspect="1"/>
          </p:cNvPicPr>
          <p:nvPr/>
        </p:nvPicPr>
        <p:blipFill>
          <a:blip xmlns:r="http://schemas.openxmlformats.org/officeDocument/2006/relationships" xmlns:a="http://schemas.openxmlformats.org/drawingml/2006/main" r:embed="Rbb492abac7bf4eff"/>
          <a:srcRect xmlns:a="http://schemas.openxmlformats.org/drawingml/2006/main" l="14" t="0" r="14" b="0"/>
          <a:stretch xmlns:a="http://schemas.openxmlformats.org/drawingml/2006/main">
            <a:fillRect l="0" t="0" r="0" b="0"/>
          </a:stretch>
        </p:blipFill>
        <p:spPr>
          <a:xfrm xmlns:a="http://schemas.openxmlformats.org/drawingml/2006/main">
            <a:off x="457200" y="1628775"/>
            <a:ext cx="1809750" cy="1019175"/>
          </a:xfrm>
          <a:prstGeom xmlns:a="http://schemas.openxmlformats.org/drawingml/2006/main" prst="rect">
            <a:avLst/>
          </a:prstGeom>
        </p:spPr>
      </p:pic>
      <p:sp>
        <p:nvSpPr>
          <p:cNvPr id="7" name="text-257">
            <a:extLst xmlns:a="http://schemas.openxmlformats.org/drawingml/2006/main">
              <a:ext uri="{FF2B5EF4-FFF2-40B4-BE49-F238E27FC236}">
                <a16:creationId xmlns:a16="http://schemas.microsoft.com/office/drawing/2014/main" id="{02E501E2-E331-468B-99D8-3AC693EAF982}"/>
              </a:ext>
            </a:extLst>
          </p:cNvPr>
          <p:cNvSpPr>
            <a:spLocks xmlns:a="http://schemas.openxmlformats.org/drawingml/2006/main" noGrp="1"/>
          </p:cNvSpPr>
          <p:nvPr/>
        </p:nvSpPr>
        <p:spPr>
          <a:xfrm xmlns:a="http://schemas.openxmlformats.org/drawingml/2006/main">
            <a:off x="2486025" y="1647825"/>
            <a:ext cx="328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93930"/>
                </a:solidFill>
                <a:latin typeface="Arial"/>
                <a:ea typeface="Arial"/>
                <a:cs typeface="Arial"/>
              </a:defRPr>
            </a:defPPr>
            <a:lvl1pPr algn="l">
              <a:defRPr sz="1650" b="1">
                <a:solidFill>
                  <a:srgbClr val="293930"/>
                </a:solidFill>
                <a:latin typeface="Arial"/>
                <a:ea typeface="Arial"/>
                <a:cs typeface="Arial"/>
              </a:defRPr>
            </a:lvl1pPr>
            <a:lvl2pPr algn="l">
              <a:defRPr sz="1650" b="1">
                <a:solidFill>
                  <a:srgbClr val="293930"/>
                </a:solidFill>
                <a:latin typeface="Arial"/>
                <a:ea typeface="Arial"/>
                <a:cs typeface="Arial"/>
              </a:defRPr>
            </a:lvl2pPr>
            <a:lvl3pPr algn="l">
              <a:defRPr sz="1650" b="1">
                <a:solidFill>
                  <a:srgbClr val="293930"/>
                </a:solidFill>
                <a:latin typeface="Arial"/>
                <a:ea typeface="Arial"/>
                <a:cs typeface="Arial"/>
              </a:defRPr>
            </a:lvl3pPr>
            <a:lvl4pPr algn="l">
              <a:defRPr sz="1650" b="1">
                <a:solidFill>
                  <a:srgbClr val="293930"/>
                </a:solidFill>
                <a:latin typeface="Arial"/>
                <a:ea typeface="Arial"/>
                <a:cs typeface="Arial"/>
              </a:defRPr>
            </a:lvl4pPr>
            <a:lvl5pPr algn="l">
              <a:defRPr sz="1650" b="1">
                <a:solidFill>
                  <a:srgbClr val="293930"/>
                </a:solidFill>
                <a:latin typeface="Arial"/>
                <a:ea typeface="Arial"/>
                <a:cs typeface="Arial"/>
              </a:defRPr>
            </a:lvl5pPr>
            <a:lvl6pPr algn="l">
              <a:defRPr sz="1650" b="1">
                <a:solidFill>
                  <a:srgbClr val="293930"/>
                </a:solidFill>
                <a:latin typeface="Arial"/>
                <a:ea typeface="Arial"/>
                <a:cs typeface="Arial"/>
              </a:defRPr>
            </a:lvl6pPr>
            <a:lvl7pPr algn="l">
              <a:defRPr sz="1650" b="1">
                <a:solidFill>
                  <a:srgbClr val="293930"/>
                </a:solidFill>
                <a:latin typeface="Arial"/>
                <a:ea typeface="Arial"/>
                <a:cs typeface="Arial"/>
              </a:defRPr>
            </a:lvl7pPr>
            <a:lvl8pPr algn="l">
              <a:defRPr sz="1650" b="1">
                <a:solidFill>
                  <a:srgbClr val="293930"/>
                </a:solidFill>
                <a:latin typeface="Arial"/>
                <a:ea typeface="Arial"/>
                <a:cs typeface="Arial"/>
              </a:defRPr>
            </a:lvl8pPr>
            <a:lvl9pPr algn="l">
              <a:defRPr sz="1650" b="1">
                <a:solidFill>
                  <a:srgbClr val="293930"/>
                </a:solidFill>
                <a:latin typeface="Arial"/>
                <a:ea typeface="Arial"/>
                <a:cs typeface="Arial"/>
              </a:defRPr>
            </a:lvl9pPr>
          </a:lstStyle>
          <a:p xmlns:a="http://schemas.openxmlformats.org/drawingml/2006/main">
            <a:pPr algn="l">
              <a:defRPr sz="1650" b="1">
                <a:solidFill>
                  <a:srgbClr val="293930"/>
                </a:solidFill>
                <a:latin typeface="Arial"/>
                <a:ea typeface="Arial"/>
                <a:cs typeface="Arial"/>
              </a:defRPr>
            </a:pPr>
            <a:r>
              <a:rPr sz="1650" b="1">
                <a:solidFill>
                  <a:srgbClr val="293930"/>
                </a:solidFill>
                <a:latin typeface="Arial"/>
                <a:ea typeface="Arial"/>
                <a:cs typeface="Arial"/>
              </a:rPr>
              <a:t>Live view</a:t>
            </a:r>
          </a:p>
        </p:txBody>
      </p:sp>
      <p:sp>
        <p:nvSpPr>
          <p:cNvPr id="8" name="text-259">
            <a:extLst xmlns:a="http://schemas.openxmlformats.org/drawingml/2006/main">
              <a:ext uri="{FF2B5EF4-FFF2-40B4-BE49-F238E27FC236}">
                <a16:creationId xmlns:a16="http://schemas.microsoft.com/office/drawing/2014/main" id="{211DB960-603F-435F-B8F0-0CCF6D42FF20}"/>
              </a:ext>
            </a:extLst>
          </p:cNvPr>
          <p:cNvSpPr>
            <a:spLocks xmlns:a="http://schemas.openxmlformats.org/drawingml/2006/main" noGrp="1"/>
          </p:cNvSpPr>
          <p:nvPr/>
        </p:nvSpPr>
        <p:spPr>
          <a:xfrm xmlns:a="http://schemas.openxmlformats.org/drawingml/2006/main">
            <a:off x="2486025" y="2390775"/>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A moment from the shared world.</a:t>
            </a:r>
          </a:p>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world date matches the capture.</a:t>
            </a:r>
          </a:p>
        </p:txBody>
      </p:sp>
      <p:sp>
        <p:nvSpPr>
          <p:cNvPr id="9" name="shape-260">
            <a:extLst xmlns:a="http://schemas.openxmlformats.org/drawingml/2006/main">
              <a:ext uri="{FF2B5EF4-FFF2-40B4-BE49-F238E27FC236}">
                <a16:creationId xmlns:a16="http://schemas.microsoft.com/office/drawing/2014/main" id="{35129C1C-3D92-44D7-9F94-24BF91226C29}"/>
              </a:ext>
            </a:extLst>
          </p:cNvPr>
          <p:cNvSpPr>
            <a:spLocks xmlns:a="http://schemas.openxmlformats.org/drawingml/2006/main" noGrp="1"/>
          </p:cNvSpPr>
          <p:nvPr/>
        </p:nvSpPr>
        <p:spPr>
          <a:xfrm xmlns:a="http://schemas.openxmlformats.org/drawingml/2006/main">
            <a:off x="457200" y="3476625"/>
            <a:ext cx="53530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A2D49C44-2D5A-42AC-88B1-6EE5137EBB33}"/>
              </a:ext>
            </a:extLst>
          </p:cNvPr>
          <p:cNvPicPr>
            <a:picLocks xmlns:a="http://schemas.openxmlformats.org/drawingml/2006/main" noChangeAspect="1"/>
          </p:cNvPicPr>
          <p:nvPr/>
        </p:nvPicPr>
        <p:blipFill>
          <a:blip xmlns:r="http://schemas.openxmlformats.org/officeDocument/2006/relationships" xmlns:a="http://schemas.openxmlformats.org/drawingml/2006/main" r:embed="R9d7976a551bc4acb"/>
          <a:srcRect xmlns:a="http://schemas.openxmlformats.org/drawingml/2006/main" l="14" t="0" r="14" b="0"/>
          <a:stretch xmlns:a="http://schemas.openxmlformats.org/drawingml/2006/main">
            <a:fillRect l="0" t="0" r="0" b="0"/>
          </a:stretch>
        </p:blipFill>
        <p:spPr>
          <a:xfrm xmlns:a="http://schemas.openxmlformats.org/drawingml/2006/main">
            <a:off x="6381750" y="1628775"/>
            <a:ext cx="1809750" cy="1019175"/>
          </a:xfrm>
          <a:prstGeom xmlns:a="http://schemas.openxmlformats.org/drawingml/2006/main" prst="rect">
            <a:avLst/>
          </a:prstGeom>
        </p:spPr>
      </p:pic>
      <p:sp>
        <p:nvSpPr>
          <p:cNvPr id="11" name="text-262">
            <a:extLst xmlns:a="http://schemas.openxmlformats.org/drawingml/2006/main">
              <a:ext uri="{FF2B5EF4-FFF2-40B4-BE49-F238E27FC236}">
                <a16:creationId xmlns:a16="http://schemas.microsoft.com/office/drawing/2014/main" id="{3976EE4C-7DF5-4674-93A1-7DBAA4734554}"/>
              </a:ext>
            </a:extLst>
          </p:cNvPr>
          <p:cNvSpPr>
            <a:spLocks xmlns:a="http://schemas.openxmlformats.org/drawingml/2006/main" noGrp="1"/>
          </p:cNvSpPr>
          <p:nvPr/>
        </p:nvSpPr>
        <p:spPr>
          <a:xfrm xmlns:a="http://schemas.openxmlformats.org/drawingml/2006/main">
            <a:off x="8410575" y="1647825"/>
            <a:ext cx="328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93930"/>
                </a:solidFill>
                <a:latin typeface="Arial"/>
                <a:ea typeface="Arial"/>
                <a:cs typeface="Arial"/>
              </a:defRPr>
            </a:defPPr>
            <a:lvl1pPr algn="l">
              <a:defRPr sz="1650" b="1">
                <a:solidFill>
                  <a:srgbClr val="293930"/>
                </a:solidFill>
                <a:latin typeface="Arial"/>
                <a:ea typeface="Arial"/>
                <a:cs typeface="Arial"/>
              </a:defRPr>
            </a:lvl1pPr>
            <a:lvl2pPr algn="l">
              <a:defRPr sz="1650" b="1">
                <a:solidFill>
                  <a:srgbClr val="293930"/>
                </a:solidFill>
                <a:latin typeface="Arial"/>
                <a:ea typeface="Arial"/>
                <a:cs typeface="Arial"/>
              </a:defRPr>
            </a:lvl2pPr>
            <a:lvl3pPr algn="l">
              <a:defRPr sz="1650" b="1">
                <a:solidFill>
                  <a:srgbClr val="293930"/>
                </a:solidFill>
                <a:latin typeface="Arial"/>
                <a:ea typeface="Arial"/>
                <a:cs typeface="Arial"/>
              </a:defRPr>
            </a:lvl3pPr>
            <a:lvl4pPr algn="l">
              <a:defRPr sz="1650" b="1">
                <a:solidFill>
                  <a:srgbClr val="293930"/>
                </a:solidFill>
                <a:latin typeface="Arial"/>
                <a:ea typeface="Arial"/>
                <a:cs typeface="Arial"/>
              </a:defRPr>
            </a:lvl4pPr>
            <a:lvl5pPr algn="l">
              <a:defRPr sz="1650" b="1">
                <a:solidFill>
                  <a:srgbClr val="293930"/>
                </a:solidFill>
                <a:latin typeface="Arial"/>
                <a:ea typeface="Arial"/>
                <a:cs typeface="Arial"/>
              </a:defRPr>
            </a:lvl5pPr>
            <a:lvl6pPr algn="l">
              <a:defRPr sz="1650" b="1">
                <a:solidFill>
                  <a:srgbClr val="293930"/>
                </a:solidFill>
                <a:latin typeface="Arial"/>
                <a:ea typeface="Arial"/>
                <a:cs typeface="Arial"/>
              </a:defRPr>
            </a:lvl6pPr>
            <a:lvl7pPr algn="l">
              <a:defRPr sz="1650" b="1">
                <a:solidFill>
                  <a:srgbClr val="293930"/>
                </a:solidFill>
                <a:latin typeface="Arial"/>
                <a:ea typeface="Arial"/>
                <a:cs typeface="Arial"/>
              </a:defRPr>
            </a:lvl7pPr>
            <a:lvl8pPr algn="l">
              <a:defRPr sz="1650" b="1">
                <a:solidFill>
                  <a:srgbClr val="293930"/>
                </a:solidFill>
                <a:latin typeface="Arial"/>
                <a:ea typeface="Arial"/>
                <a:cs typeface="Arial"/>
              </a:defRPr>
            </a:lvl8pPr>
            <a:lvl9pPr algn="l">
              <a:defRPr sz="1650" b="1">
                <a:solidFill>
                  <a:srgbClr val="293930"/>
                </a:solidFill>
                <a:latin typeface="Arial"/>
                <a:ea typeface="Arial"/>
                <a:cs typeface="Arial"/>
              </a:defRPr>
            </a:lvl9pPr>
          </a:lstStyle>
          <a:p xmlns:a="http://schemas.openxmlformats.org/drawingml/2006/main">
            <a:pPr algn="l">
              <a:defRPr sz="1650" b="1">
                <a:solidFill>
                  <a:srgbClr val="293930"/>
                </a:solidFill>
                <a:latin typeface="Arial"/>
                <a:ea typeface="Arial"/>
                <a:cs typeface="Arial"/>
              </a:defRPr>
            </a:pPr>
            <a:r>
              <a:rPr sz="1650" b="1">
                <a:solidFill>
                  <a:srgbClr val="293930"/>
                </a:solidFill>
                <a:latin typeface="Arial"/>
                <a:ea typeface="Arial"/>
                <a:cs typeface="Arial"/>
              </a:rPr>
              <a:t>Paused view</a:t>
            </a:r>
          </a:p>
        </p:txBody>
      </p:sp>
      <p:sp>
        <p:nvSpPr>
          <p:cNvPr id="12" name="text-264">
            <a:extLst xmlns:a="http://schemas.openxmlformats.org/drawingml/2006/main">
              <a:ext uri="{FF2B5EF4-FFF2-40B4-BE49-F238E27FC236}">
                <a16:creationId xmlns:a16="http://schemas.microsoft.com/office/drawing/2014/main" id="{083F11FD-1574-4358-996D-5BCDB31A5B1B}"/>
              </a:ext>
            </a:extLst>
          </p:cNvPr>
          <p:cNvSpPr>
            <a:spLocks xmlns:a="http://schemas.openxmlformats.org/drawingml/2006/main" noGrp="1"/>
          </p:cNvSpPr>
          <p:nvPr/>
        </p:nvSpPr>
        <p:spPr>
          <a:xfrm xmlns:a="http://schemas.openxmlformats.org/drawingml/2006/main">
            <a:off x="8410575" y="2390775"/>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already-held moment.</a:t>
            </a:r>
          </a:p>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date stays at the paused time.</a:t>
            </a:r>
          </a:p>
        </p:txBody>
      </p:sp>
      <p:sp>
        <p:nvSpPr>
          <p:cNvPr id="13" name="shape-265">
            <a:extLst xmlns:a="http://schemas.openxmlformats.org/drawingml/2006/main">
              <a:ext uri="{FF2B5EF4-FFF2-40B4-BE49-F238E27FC236}">
                <a16:creationId xmlns:a16="http://schemas.microsoft.com/office/drawing/2014/main" id="{BEB618D5-5EE6-4529-BD6A-E739FA0ABE60}"/>
              </a:ext>
            </a:extLst>
          </p:cNvPr>
          <p:cNvSpPr>
            <a:spLocks xmlns:a="http://schemas.openxmlformats.org/drawingml/2006/main" noGrp="1"/>
          </p:cNvSpPr>
          <p:nvPr/>
        </p:nvSpPr>
        <p:spPr>
          <a:xfrm xmlns:a="http://schemas.openxmlformats.org/drawingml/2006/main">
            <a:off x="6381750" y="3476625"/>
            <a:ext cx="53530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0FB52EFE-00FE-4847-941C-88EAD6FB6572}"/>
              </a:ext>
            </a:extLst>
          </p:cNvPr>
          <p:cNvPicPr>
            <a:picLocks xmlns:a="http://schemas.openxmlformats.org/drawingml/2006/main" noChangeAspect="1"/>
          </p:cNvPicPr>
          <p:nvPr/>
        </p:nvPicPr>
        <p:blipFill>
          <a:blip xmlns:r="http://schemas.openxmlformats.org/officeDocument/2006/relationships" xmlns:a="http://schemas.openxmlformats.org/drawingml/2006/main" r:embed="Rabe80994e3144a78"/>
          <a:srcRect xmlns:a="http://schemas.openxmlformats.org/drawingml/2006/main" l="32" t="0" r="32" b="0"/>
          <a:stretch xmlns:a="http://schemas.openxmlformats.org/drawingml/2006/main">
            <a:fillRect l="0" t="0" r="0" b="0"/>
          </a:stretch>
        </p:blipFill>
        <p:spPr>
          <a:xfrm xmlns:a="http://schemas.openxmlformats.org/drawingml/2006/main">
            <a:off x="457200" y="3743325"/>
            <a:ext cx="1809750" cy="1019175"/>
          </a:xfrm>
          <a:prstGeom xmlns:a="http://schemas.openxmlformats.org/drawingml/2006/main" prst="rect">
            <a:avLst/>
          </a:prstGeom>
        </p:spPr>
      </p:pic>
      <p:sp>
        <p:nvSpPr>
          <p:cNvPr id="15" name="text-267">
            <a:extLst xmlns:a="http://schemas.openxmlformats.org/drawingml/2006/main">
              <a:ext uri="{FF2B5EF4-FFF2-40B4-BE49-F238E27FC236}">
                <a16:creationId xmlns:a16="http://schemas.microsoft.com/office/drawing/2014/main" id="{25AC865C-D615-479E-9778-1343CDB29EEB}"/>
              </a:ext>
            </a:extLst>
          </p:cNvPr>
          <p:cNvSpPr>
            <a:spLocks xmlns:a="http://schemas.openxmlformats.org/drawingml/2006/main" noGrp="1"/>
          </p:cNvSpPr>
          <p:nvPr/>
        </p:nvSpPr>
        <p:spPr>
          <a:xfrm xmlns:a="http://schemas.openxmlformats.org/drawingml/2006/main">
            <a:off x="2486025" y="3762375"/>
            <a:ext cx="328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93930"/>
                </a:solidFill>
                <a:latin typeface="Arial"/>
                <a:ea typeface="Arial"/>
                <a:cs typeface="Arial"/>
              </a:defRPr>
            </a:defPPr>
            <a:lvl1pPr algn="l">
              <a:defRPr sz="1650" b="1">
                <a:solidFill>
                  <a:srgbClr val="293930"/>
                </a:solidFill>
                <a:latin typeface="Arial"/>
                <a:ea typeface="Arial"/>
                <a:cs typeface="Arial"/>
              </a:defRPr>
            </a:lvl1pPr>
            <a:lvl2pPr algn="l">
              <a:defRPr sz="1650" b="1">
                <a:solidFill>
                  <a:srgbClr val="293930"/>
                </a:solidFill>
                <a:latin typeface="Arial"/>
                <a:ea typeface="Arial"/>
                <a:cs typeface="Arial"/>
              </a:defRPr>
            </a:lvl2pPr>
            <a:lvl3pPr algn="l">
              <a:defRPr sz="1650" b="1">
                <a:solidFill>
                  <a:srgbClr val="293930"/>
                </a:solidFill>
                <a:latin typeface="Arial"/>
                <a:ea typeface="Arial"/>
                <a:cs typeface="Arial"/>
              </a:defRPr>
            </a:lvl3pPr>
            <a:lvl4pPr algn="l">
              <a:defRPr sz="1650" b="1">
                <a:solidFill>
                  <a:srgbClr val="293930"/>
                </a:solidFill>
                <a:latin typeface="Arial"/>
                <a:ea typeface="Arial"/>
                <a:cs typeface="Arial"/>
              </a:defRPr>
            </a:lvl4pPr>
            <a:lvl5pPr algn="l">
              <a:defRPr sz="1650" b="1">
                <a:solidFill>
                  <a:srgbClr val="293930"/>
                </a:solidFill>
                <a:latin typeface="Arial"/>
                <a:ea typeface="Arial"/>
                <a:cs typeface="Arial"/>
              </a:defRPr>
            </a:lvl5pPr>
            <a:lvl6pPr algn="l">
              <a:defRPr sz="1650" b="1">
                <a:solidFill>
                  <a:srgbClr val="293930"/>
                </a:solidFill>
                <a:latin typeface="Arial"/>
                <a:ea typeface="Arial"/>
                <a:cs typeface="Arial"/>
              </a:defRPr>
            </a:lvl6pPr>
            <a:lvl7pPr algn="l">
              <a:defRPr sz="1650" b="1">
                <a:solidFill>
                  <a:srgbClr val="293930"/>
                </a:solidFill>
                <a:latin typeface="Arial"/>
                <a:ea typeface="Arial"/>
                <a:cs typeface="Arial"/>
              </a:defRPr>
            </a:lvl7pPr>
            <a:lvl8pPr algn="l">
              <a:defRPr sz="1650" b="1">
                <a:solidFill>
                  <a:srgbClr val="293930"/>
                </a:solidFill>
                <a:latin typeface="Arial"/>
                <a:ea typeface="Arial"/>
                <a:cs typeface="Arial"/>
              </a:defRPr>
            </a:lvl8pPr>
            <a:lvl9pPr algn="l">
              <a:defRPr sz="1650" b="1">
                <a:solidFill>
                  <a:srgbClr val="293930"/>
                </a:solidFill>
                <a:latin typeface="Arial"/>
                <a:ea typeface="Arial"/>
                <a:cs typeface="Arial"/>
              </a:defRPr>
            </a:lvl9pPr>
          </a:lstStyle>
          <a:p xmlns:a="http://schemas.openxmlformats.org/drawingml/2006/main">
            <a:pPr algn="l">
              <a:defRPr sz="1650" b="1">
                <a:solidFill>
                  <a:srgbClr val="293930"/>
                </a:solidFill>
                <a:latin typeface="Arial"/>
                <a:ea typeface="Arial"/>
                <a:cs typeface="Arial"/>
              </a:defRPr>
            </a:pPr>
            <a:r>
              <a:rPr sz="1650" b="1">
                <a:solidFill>
                  <a:srgbClr val="293930"/>
                </a:solidFill>
                <a:latin typeface="Arial"/>
                <a:ea typeface="Arial"/>
                <a:cs typeface="Arial"/>
              </a:rPr>
              <a:t>Private light study: Night</a:t>
            </a:r>
          </a:p>
        </p:txBody>
      </p:sp>
      <p:sp>
        <p:nvSpPr>
          <p:cNvPr id="16" name="text-269">
            <a:extLst xmlns:a="http://schemas.openxmlformats.org/drawingml/2006/main">
              <a:ext uri="{FF2B5EF4-FFF2-40B4-BE49-F238E27FC236}">
                <a16:creationId xmlns:a16="http://schemas.microsoft.com/office/drawing/2014/main" id="{7FB23CD8-76AB-47A1-AD3A-8E6C61A3E0AB}"/>
              </a:ext>
            </a:extLst>
          </p:cNvPr>
          <p:cNvSpPr>
            <a:spLocks xmlns:a="http://schemas.openxmlformats.org/drawingml/2006/main" noGrp="1"/>
          </p:cNvSpPr>
          <p:nvPr/>
        </p:nvSpPr>
        <p:spPr>
          <a:xfrm xmlns:a="http://schemas.openxmlformats.org/drawingml/2006/main">
            <a:off x="2486025" y="4505325"/>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A private lighting choice.</a:t>
            </a:r>
          </a:p>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No claim of a live shared event.</a:t>
            </a:r>
          </a:p>
        </p:txBody>
      </p:sp>
      <p:sp>
        <p:nvSpPr>
          <p:cNvPr id="17" name="shape-270">
            <a:extLst xmlns:a="http://schemas.openxmlformats.org/drawingml/2006/main">
              <a:ext uri="{FF2B5EF4-FFF2-40B4-BE49-F238E27FC236}">
                <a16:creationId xmlns:a16="http://schemas.microsoft.com/office/drawing/2014/main" id="{1635A704-938C-4140-BD12-549B2A85B5FF}"/>
              </a:ext>
            </a:extLst>
          </p:cNvPr>
          <p:cNvSpPr>
            <a:spLocks xmlns:a="http://schemas.openxmlformats.org/drawingml/2006/main" noGrp="1"/>
          </p:cNvSpPr>
          <p:nvPr/>
        </p:nvSpPr>
        <p:spPr>
          <a:xfrm xmlns:a="http://schemas.openxmlformats.org/drawingml/2006/main">
            <a:off x="457200" y="5591175"/>
            <a:ext cx="53530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pic>
        <p:nvPicPr>
          <p:cNvPr id="18" name="">
            <a:extLst xmlns:a="http://schemas.openxmlformats.org/drawingml/2006/main">
              <a:ext uri="{FF2B5EF4-FFF2-40B4-BE49-F238E27FC236}">
                <a16:creationId xmlns:a16="http://schemas.microsoft.com/office/drawing/2014/main" id="{A34B693F-11BB-4969-A0B8-A4AF798C93DF}"/>
              </a:ext>
            </a:extLst>
          </p:cNvPr>
          <p:cNvPicPr>
            <a:picLocks xmlns:a="http://schemas.openxmlformats.org/drawingml/2006/main" noChangeAspect="1"/>
          </p:cNvPicPr>
          <p:nvPr/>
        </p:nvPicPr>
        <p:blipFill>
          <a:blip xmlns:r="http://schemas.openxmlformats.org/officeDocument/2006/relationships" xmlns:a="http://schemas.openxmlformats.org/drawingml/2006/main" r:embed="R949ef01751de4369"/>
          <a:srcRect xmlns:a="http://schemas.openxmlformats.org/drawingml/2006/main" l="14" t="0" r="14" b="0"/>
          <a:stretch xmlns:a="http://schemas.openxmlformats.org/drawingml/2006/main">
            <a:fillRect l="0" t="0" r="0" b="0"/>
          </a:stretch>
        </p:blipFill>
        <p:spPr>
          <a:xfrm xmlns:a="http://schemas.openxmlformats.org/drawingml/2006/main">
            <a:off x="6381750" y="3743325"/>
            <a:ext cx="1809750" cy="1019175"/>
          </a:xfrm>
          <a:prstGeom xmlns:a="http://schemas.openxmlformats.org/drawingml/2006/main" prst="rect">
            <a:avLst/>
          </a:prstGeom>
        </p:spPr>
      </p:pic>
      <p:sp>
        <p:nvSpPr>
          <p:cNvPr id="19" name="text-272">
            <a:extLst xmlns:a="http://schemas.openxmlformats.org/drawingml/2006/main">
              <a:ext uri="{FF2B5EF4-FFF2-40B4-BE49-F238E27FC236}">
                <a16:creationId xmlns:a16="http://schemas.microsoft.com/office/drawing/2014/main" id="{4BFBA3ED-3E6C-4399-98A9-A2F9F01A7AB6}"/>
              </a:ext>
            </a:extLst>
          </p:cNvPr>
          <p:cNvSpPr>
            <a:spLocks xmlns:a="http://schemas.openxmlformats.org/drawingml/2006/main" noGrp="1"/>
          </p:cNvSpPr>
          <p:nvPr/>
        </p:nvSpPr>
        <p:spPr>
          <a:xfrm xmlns:a="http://schemas.openxmlformats.org/drawingml/2006/main">
            <a:off x="8410575" y="3762375"/>
            <a:ext cx="3286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93930"/>
                </a:solidFill>
                <a:latin typeface="Arial"/>
                <a:ea typeface="Arial"/>
                <a:cs typeface="Arial"/>
              </a:defRPr>
            </a:defPPr>
            <a:lvl1pPr algn="l">
              <a:defRPr sz="1650" b="1">
                <a:solidFill>
                  <a:srgbClr val="293930"/>
                </a:solidFill>
                <a:latin typeface="Arial"/>
                <a:ea typeface="Arial"/>
                <a:cs typeface="Arial"/>
              </a:defRPr>
            </a:lvl1pPr>
            <a:lvl2pPr algn="l">
              <a:defRPr sz="1650" b="1">
                <a:solidFill>
                  <a:srgbClr val="293930"/>
                </a:solidFill>
                <a:latin typeface="Arial"/>
                <a:ea typeface="Arial"/>
                <a:cs typeface="Arial"/>
              </a:defRPr>
            </a:lvl2pPr>
            <a:lvl3pPr algn="l">
              <a:defRPr sz="1650" b="1">
                <a:solidFill>
                  <a:srgbClr val="293930"/>
                </a:solidFill>
                <a:latin typeface="Arial"/>
                <a:ea typeface="Arial"/>
                <a:cs typeface="Arial"/>
              </a:defRPr>
            </a:lvl3pPr>
            <a:lvl4pPr algn="l">
              <a:defRPr sz="1650" b="1">
                <a:solidFill>
                  <a:srgbClr val="293930"/>
                </a:solidFill>
                <a:latin typeface="Arial"/>
                <a:ea typeface="Arial"/>
                <a:cs typeface="Arial"/>
              </a:defRPr>
            </a:lvl4pPr>
            <a:lvl5pPr algn="l">
              <a:defRPr sz="1650" b="1">
                <a:solidFill>
                  <a:srgbClr val="293930"/>
                </a:solidFill>
                <a:latin typeface="Arial"/>
                <a:ea typeface="Arial"/>
                <a:cs typeface="Arial"/>
              </a:defRPr>
            </a:lvl5pPr>
            <a:lvl6pPr algn="l">
              <a:defRPr sz="1650" b="1">
                <a:solidFill>
                  <a:srgbClr val="293930"/>
                </a:solidFill>
                <a:latin typeface="Arial"/>
                <a:ea typeface="Arial"/>
                <a:cs typeface="Arial"/>
              </a:defRPr>
            </a:lvl6pPr>
            <a:lvl7pPr algn="l">
              <a:defRPr sz="1650" b="1">
                <a:solidFill>
                  <a:srgbClr val="293930"/>
                </a:solidFill>
                <a:latin typeface="Arial"/>
                <a:ea typeface="Arial"/>
                <a:cs typeface="Arial"/>
              </a:defRPr>
            </a:lvl7pPr>
            <a:lvl8pPr algn="l">
              <a:defRPr sz="1650" b="1">
                <a:solidFill>
                  <a:srgbClr val="293930"/>
                </a:solidFill>
                <a:latin typeface="Arial"/>
                <a:ea typeface="Arial"/>
                <a:cs typeface="Arial"/>
              </a:defRPr>
            </a:lvl8pPr>
            <a:lvl9pPr algn="l">
              <a:defRPr sz="1650" b="1">
                <a:solidFill>
                  <a:srgbClr val="293930"/>
                </a:solidFill>
                <a:latin typeface="Arial"/>
                <a:ea typeface="Arial"/>
                <a:cs typeface="Arial"/>
              </a:defRPr>
            </a:lvl9pPr>
          </a:lstStyle>
          <a:p xmlns:a="http://schemas.openxmlformats.org/drawingml/2006/main">
            <a:pPr algn="l">
              <a:defRPr sz="1650" b="1">
                <a:solidFill>
                  <a:srgbClr val="293930"/>
                </a:solidFill>
                <a:latin typeface="Arial"/>
                <a:ea typeface="Arial"/>
                <a:cs typeface="Arial"/>
              </a:defRPr>
            </a:pPr>
            <a:r>
              <a:rPr sz="1650" b="1">
                <a:solidFill>
                  <a:srgbClr val="293930"/>
                </a:solidFill>
                <a:latin typeface="Arial"/>
                <a:ea typeface="Arial"/>
                <a:cs typeface="Arial"/>
              </a:rPr>
              <a:t>Connection lost / Last displayed view</a:t>
            </a:r>
          </a:p>
        </p:txBody>
      </p:sp>
      <p:sp>
        <p:nvSpPr>
          <p:cNvPr id="20" name="text-274">
            <a:extLst xmlns:a="http://schemas.openxmlformats.org/drawingml/2006/main">
              <a:ext uri="{FF2B5EF4-FFF2-40B4-BE49-F238E27FC236}">
                <a16:creationId xmlns:a16="http://schemas.microsoft.com/office/drawing/2014/main" id="{3B2DB9A4-5399-4B2F-8BED-7E6CCE826893}"/>
              </a:ext>
            </a:extLst>
          </p:cNvPr>
          <p:cNvSpPr>
            <a:spLocks xmlns:a="http://schemas.openxmlformats.org/drawingml/2006/main" noGrp="1"/>
          </p:cNvSpPr>
          <p:nvPr/>
        </p:nvSpPr>
        <p:spPr>
          <a:xfrm xmlns:a="http://schemas.openxmlformats.org/drawingml/2006/main">
            <a:off x="8410575" y="4505325"/>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held view remains available.</a:t>
            </a:r>
          </a:p>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label never presents it as live.</a:t>
            </a:r>
          </a:p>
        </p:txBody>
      </p:sp>
      <p:sp>
        <p:nvSpPr>
          <p:cNvPr id="21" name="shape-275">
            <a:extLst xmlns:a="http://schemas.openxmlformats.org/drawingml/2006/main">
              <a:ext uri="{FF2B5EF4-FFF2-40B4-BE49-F238E27FC236}">
                <a16:creationId xmlns:a16="http://schemas.microsoft.com/office/drawing/2014/main" id="{DE681ADE-1133-4D1C-9152-05FD7C2DE024}"/>
              </a:ext>
            </a:extLst>
          </p:cNvPr>
          <p:cNvSpPr>
            <a:spLocks xmlns:a="http://schemas.openxmlformats.org/drawingml/2006/main" noGrp="1"/>
          </p:cNvSpPr>
          <p:nvPr/>
        </p:nvSpPr>
        <p:spPr>
          <a:xfrm xmlns:a="http://schemas.openxmlformats.org/drawingml/2006/main">
            <a:off x="6381750" y="5591175"/>
            <a:ext cx="53530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22" name="text-277">
            <a:extLst xmlns:a="http://schemas.openxmlformats.org/drawingml/2006/main">
              <a:ext uri="{FF2B5EF4-FFF2-40B4-BE49-F238E27FC236}">
                <a16:creationId xmlns:a16="http://schemas.microsoft.com/office/drawing/2014/main" id="{EDA1F95B-21C6-4757-B926-3BC510A98099}"/>
              </a:ext>
            </a:extLst>
          </p:cNvPr>
          <p:cNvSpPr>
            <a:spLocks xmlns:a="http://schemas.openxmlformats.org/drawingml/2006/main" noGrp="1"/>
          </p:cNvSpPr>
          <p:nvPr/>
        </p:nvSpPr>
        <p:spPr>
          <a:xfrm xmlns:a="http://schemas.openxmlformats.org/drawingml/2006/main">
            <a:off x="457200" y="5915025"/>
            <a:ext cx="11258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05F"/>
                </a:solidFill>
                <a:latin typeface="Arial"/>
                <a:ea typeface="Arial"/>
                <a:cs typeface="Arial"/>
              </a:defRPr>
            </a:defPPr>
            <a:lvl1pPr algn="l">
              <a:defRPr sz="1350" b="0">
                <a:solidFill>
                  <a:srgbClr val="64705F"/>
                </a:solidFill>
                <a:latin typeface="Arial"/>
                <a:ea typeface="Arial"/>
                <a:cs typeface="Arial"/>
              </a:defRPr>
            </a:lvl1pPr>
            <a:lvl2pPr algn="l">
              <a:defRPr sz="1350" b="0">
                <a:solidFill>
                  <a:srgbClr val="64705F"/>
                </a:solidFill>
                <a:latin typeface="Arial"/>
                <a:ea typeface="Arial"/>
                <a:cs typeface="Arial"/>
              </a:defRPr>
            </a:lvl2pPr>
            <a:lvl3pPr algn="l">
              <a:defRPr sz="1350" b="0">
                <a:solidFill>
                  <a:srgbClr val="64705F"/>
                </a:solidFill>
                <a:latin typeface="Arial"/>
                <a:ea typeface="Arial"/>
                <a:cs typeface="Arial"/>
              </a:defRPr>
            </a:lvl3pPr>
            <a:lvl4pPr algn="l">
              <a:defRPr sz="1350" b="0">
                <a:solidFill>
                  <a:srgbClr val="64705F"/>
                </a:solidFill>
                <a:latin typeface="Arial"/>
                <a:ea typeface="Arial"/>
                <a:cs typeface="Arial"/>
              </a:defRPr>
            </a:lvl4pPr>
            <a:lvl5pPr algn="l">
              <a:defRPr sz="1350" b="0">
                <a:solidFill>
                  <a:srgbClr val="64705F"/>
                </a:solidFill>
                <a:latin typeface="Arial"/>
                <a:ea typeface="Arial"/>
                <a:cs typeface="Arial"/>
              </a:defRPr>
            </a:lvl5pPr>
            <a:lvl6pPr algn="l">
              <a:defRPr sz="1350" b="0">
                <a:solidFill>
                  <a:srgbClr val="64705F"/>
                </a:solidFill>
                <a:latin typeface="Arial"/>
                <a:ea typeface="Arial"/>
                <a:cs typeface="Arial"/>
              </a:defRPr>
            </a:lvl6pPr>
            <a:lvl7pPr algn="l">
              <a:defRPr sz="1350" b="0">
                <a:solidFill>
                  <a:srgbClr val="64705F"/>
                </a:solidFill>
                <a:latin typeface="Arial"/>
                <a:ea typeface="Arial"/>
                <a:cs typeface="Arial"/>
              </a:defRPr>
            </a:lvl7pPr>
            <a:lvl8pPr algn="l">
              <a:defRPr sz="1350" b="0">
                <a:solidFill>
                  <a:srgbClr val="64705F"/>
                </a:solidFill>
                <a:latin typeface="Arial"/>
                <a:ea typeface="Arial"/>
                <a:cs typeface="Arial"/>
              </a:defRPr>
            </a:lvl8pPr>
            <a:lvl9pPr algn="l">
              <a:defRPr sz="1350" b="0">
                <a:solidFill>
                  <a:srgbClr val="64705F"/>
                </a:solidFill>
                <a:latin typeface="Arial"/>
                <a:ea typeface="Arial"/>
                <a:cs typeface="Arial"/>
              </a:defRPr>
            </a:lvl9pPr>
          </a:lstStyle>
          <a:p xmlns:a="http://schemas.openxmlformats.org/drawingml/2006/main">
            <a:pPr algn="l">
              <a:defRPr sz="1350" b="0">
                <a:solidFill>
                  <a:srgbClr val="64705F"/>
                </a:solidFill>
                <a:latin typeface="Arial"/>
                <a:ea typeface="Arial"/>
                <a:cs typeface="Arial"/>
              </a:defRPr>
            </a:pPr>
            <a:r>
              <a:rPr sz="1350" b="0">
                <a:solidFill>
                  <a:srgbClr val="64705F"/>
                </a:solidFill>
                <a:latin typeface="Arial"/>
                <a:ea typeface="Arial"/>
                <a:cs typeface="Arial"/>
              </a:rPr>
              <a:t>A visible static fallback carries a “Static painting” qualifier. Reduced motion preserves the pose on screen.</a:t>
            </a:r>
          </a:p>
        </p:txBody>
      </p:sp>
    </p:spTree>
    <p:extLst>
      <p:ext uri="{BB962C8B-B14F-4D97-AF65-F5344CB8AC3E}">
        <p14:creationId xmlns:p14="http://schemas.microsoft.com/office/powerpoint/2010/main" val="929834880"/>
      </p:ext>
    </p:extLst>
  </p:cSld>
</p:sld>
</file>

<file path=ppt/slides/slide9.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27" name="text-279">
            <a:extLst xmlns:a="http://schemas.openxmlformats.org/drawingml/2006/main">
              <a:ext uri="{FF2B5EF4-FFF2-40B4-BE49-F238E27FC236}">
                <a16:creationId xmlns:a16="http://schemas.microsoft.com/office/drawing/2014/main" id="{E2BC9E3B-7272-42F9-9AB1-6B1E81C85353}"/>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A failed download keeps the moment within reach</a:t>
            </a:r>
          </a:p>
        </p:txBody>
      </p:sp>
      <p:sp>
        <p:nvSpPr>
          <p:cNvPr id="2" name="text-281">
            <a:extLst xmlns:a="http://schemas.openxmlformats.org/drawingml/2006/main">
              <a:ext uri="{FF2B5EF4-FFF2-40B4-BE49-F238E27FC236}">
                <a16:creationId xmlns:a16="http://schemas.microsoft.com/office/drawing/2014/main" id="{4A813A8A-4201-4946-B02E-BD11DAB67FE8}"/>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The preview and personal note remain available for another attempt</a:t>
            </a:r>
          </a:p>
        </p:txBody>
      </p:sp>
      <p:sp>
        <p:nvSpPr>
          <p:cNvPr id="3" name="shape-282">
            <a:extLst xmlns:a="http://schemas.openxmlformats.org/drawingml/2006/main">
              <a:ext uri="{FF2B5EF4-FFF2-40B4-BE49-F238E27FC236}">
                <a16:creationId xmlns:a16="http://schemas.microsoft.com/office/drawing/2014/main" id="{0E6F4FE5-95F4-4A9D-8044-E7EB7C6BBC5F}"/>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284">
            <a:extLst xmlns:a="http://schemas.openxmlformats.org/drawingml/2006/main">
              <a:ext uri="{FF2B5EF4-FFF2-40B4-BE49-F238E27FC236}">
                <a16:creationId xmlns:a16="http://schemas.microsoft.com/office/drawing/2014/main" id="{A39B3362-109D-4F9C-B2AB-8798B465D8A4}"/>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286">
            <a:extLst xmlns:a="http://schemas.openxmlformats.org/drawingml/2006/main">
              <a:ext uri="{FF2B5EF4-FFF2-40B4-BE49-F238E27FC236}">
                <a16:creationId xmlns:a16="http://schemas.microsoft.com/office/drawing/2014/main" id="{3FD29BD4-F5AD-46E9-98C5-B2F35856889A}"/>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09</a:t>
            </a:r>
          </a:p>
        </p:txBody>
      </p:sp>
      <p:pic>
        <p:nvPicPr>
          <p:cNvPr id="6" name="">
            <a:extLst xmlns:a="http://schemas.openxmlformats.org/drawingml/2006/main">
              <a:ext uri="{FF2B5EF4-FFF2-40B4-BE49-F238E27FC236}">
                <a16:creationId xmlns:a16="http://schemas.microsoft.com/office/drawing/2014/main" id="{60244780-07F3-4622-ABC3-36F0CB761908}"/>
              </a:ext>
            </a:extLst>
          </p:cNvPr>
          <p:cNvPicPr>
            <a:picLocks xmlns:a="http://schemas.openxmlformats.org/drawingml/2006/main" noChangeAspect="1"/>
          </p:cNvPicPr>
          <p:nvPr/>
        </p:nvPicPr>
        <p:blipFill>
          <a:blip xmlns:r="http://schemas.openxmlformats.org/officeDocument/2006/relationships" xmlns:a="http://schemas.openxmlformats.org/drawingml/2006/main" r:embed="Rdf9351cf07654eb7"/>
          <a:srcRect xmlns:a="http://schemas.openxmlformats.org/drawingml/2006/main" l="0" t="57" r="0" b="57"/>
          <a:stretch xmlns:a="http://schemas.openxmlformats.org/drawingml/2006/main">
            <a:fillRect l="0" t="0" r="0" b="0"/>
          </a:stretch>
        </p:blipFill>
        <p:spPr>
          <a:xfrm xmlns:a="http://schemas.openxmlformats.org/drawingml/2006/main">
            <a:off x="457200" y="1562100"/>
            <a:ext cx="8096250" cy="4552950"/>
          </a:xfrm>
          <a:prstGeom xmlns:a="http://schemas.openxmlformats.org/drawingml/2006/main" prst="rect">
            <a:avLst/>
          </a:prstGeom>
        </p:spPr>
      </p:pic>
      <p:sp>
        <p:nvSpPr>
          <p:cNvPr id="7" name="shape-287">
            <a:extLst xmlns:a="http://schemas.openxmlformats.org/drawingml/2006/main">
              <a:ext uri="{FF2B5EF4-FFF2-40B4-BE49-F238E27FC236}">
                <a16:creationId xmlns:a16="http://schemas.microsoft.com/office/drawing/2014/main" id="{AEC0A7BB-A584-4FC7-93D9-DC22BB5231F3}"/>
              </a:ext>
            </a:extLst>
          </p:cNvPr>
          <p:cNvSpPr>
            <a:spLocks xmlns:a="http://schemas.openxmlformats.org/drawingml/2006/main" noGrp="1"/>
          </p:cNvSpPr>
          <p:nvPr/>
        </p:nvSpPr>
        <p:spPr>
          <a:xfrm xmlns:a="http://schemas.openxmlformats.org/drawingml/2006/main">
            <a:off x="457200" y="1562100"/>
            <a:ext cx="8096250" cy="4552950"/>
          </a:xfrm>
          <a:prstGeom xmlns:a="http://schemas.openxmlformats.org/drawingml/2006/main" prst="rect">
            <a:avLst/>
          </a:prstGeom>
          <a:solidFill xmlns:a="http://schemas.openxmlformats.org/drawingml/2006/main">
            <a:srgbClr val="17261E">
              <a:alpha val="45000"/>
            </a:srgbClr>
          </a:solidFill>
          <a:ln xmlns:a="http://schemas.openxmlformats.org/drawingml/2006/main" w="0">
            <a:noFill/>
            <a:prstDash val="solid"/>
          </a:ln>
        </p:spPr>
      </p:sp>
      <p:sp>
        <p:nvSpPr>
          <p:cNvPr id="8" name="shape-288">
            <a:extLst xmlns:a="http://schemas.openxmlformats.org/drawingml/2006/main">
              <a:ext uri="{FF2B5EF4-FFF2-40B4-BE49-F238E27FC236}">
                <a16:creationId xmlns:a16="http://schemas.microsoft.com/office/drawing/2014/main" id="{22E5D41F-F553-4659-AFFC-7266A061A377}"/>
              </a:ext>
            </a:extLst>
          </p:cNvPr>
          <p:cNvSpPr>
            <a:spLocks xmlns:a="http://schemas.openxmlformats.org/drawingml/2006/main" noGrp="1"/>
          </p:cNvSpPr>
          <p:nvPr/>
        </p:nvSpPr>
        <p:spPr>
          <a:xfrm xmlns:a="http://schemas.openxmlformats.org/drawingml/2006/main">
            <a:off x="1695450" y="1724025"/>
            <a:ext cx="5600700" cy="4210050"/>
          </a:xfrm>
          <a:prstGeom xmlns:a="http://schemas.openxmlformats.org/drawingml/2006/main" prst="roundRect">
            <a:avLst>
              <a:gd name="adj" fmla="val 2262"/>
            </a:avLst>
          </a:prstGeom>
          <a:solidFill xmlns:a="http://schemas.openxmlformats.org/drawingml/2006/main">
            <a:srgbClr val="F3F0E6"/>
          </a:solidFill>
          <a:ln xmlns:a="http://schemas.openxmlformats.org/drawingml/2006/main" w="0">
            <a:noFill/>
            <a:prstDash val="solid"/>
          </a:ln>
        </p:spPr>
      </p:sp>
      <p:sp>
        <p:nvSpPr>
          <p:cNvPr id="9" name="text-290">
            <a:extLst xmlns:a="http://schemas.openxmlformats.org/drawingml/2006/main">
              <a:ext uri="{FF2B5EF4-FFF2-40B4-BE49-F238E27FC236}">
                <a16:creationId xmlns:a16="http://schemas.microsoft.com/office/drawing/2014/main" id="{3EFA0DDF-00FC-4F6E-83D8-4257FC671FED}"/>
              </a:ext>
            </a:extLst>
          </p:cNvPr>
          <p:cNvSpPr>
            <a:spLocks xmlns:a="http://schemas.openxmlformats.org/drawingml/2006/main" noGrp="1"/>
          </p:cNvSpPr>
          <p:nvPr/>
        </p:nvSpPr>
        <p:spPr>
          <a:xfrm xmlns:a="http://schemas.openxmlformats.org/drawingml/2006/main">
            <a:off x="1924050" y="1905000"/>
            <a:ext cx="483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93930"/>
                </a:solidFill>
                <a:latin typeface="Georgia"/>
                <a:ea typeface="Georgia"/>
                <a:cs typeface="Georgia"/>
              </a:defRPr>
            </a:defPPr>
            <a:lvl1pPr algn="l">
              <a:defRPr sz="2175" b="0">
                <a:solidFill>
                  <a:srgbClr val="293930"/>
                </a:solidFill>
                <a:latin typeface="Georgia"/>
                <a:ea typeface="Georgia"/>
                <a:cs typeface="Georgia"/>
              </a:defRPr>
            </a:lvl1pPr>
            <a:lvl2pPr algn="l">
              <a:defRPr sz="2175" b="0">
                <a:solidFill>
                  <a:srgbClr val="293930"/>
                </a:solidFill>
                <a:latin typeface="Georgia"/>
                <a:ea typeface="Georgia"/>
                <a:cs typeface="Georgia"/>
              </a:defRPr>
            </a:lvl2pPr>
            <a:lvl3pPr algn="l">
              <a:defRPr sz="2175" b="0">
                <a:solidFill>
                  <a:srgbClr val="293930"/>
                </a:solidFill>
                <a:latin typeface="Georgia"/>
                <a:ea typeface="Georgia"/>
                <a:cs typeface="Georgia"/>
              </a:defRPr>
            </a:lvl3pPr>
            <a:lvl4pPr algn="l">
              <a:defRPr sz="2175" b="0">
                <a:solidFill>
                  <a:srgbClr val="293930"/>
                </a:solidFill>
                <a:latin typeface="Georgia"/>
                <a:ea typeface="Georgia"/>
                <a:cs typeface="Georgia"/>
              </a:defRPr>
            </a:lvl4pPr>
            <a:lvl5pPr algn="l">
              <a:defRPr sz="2175" b="0">
                <a:solidFill>
                  <a:srgbClr val="293930"/>
                </a:solidFill>
                <a:latin typeface="Georgia"/>
                <a:ea typeface="Georgia"/>
                <a:cs typeface="Georgia"/>
              </a:defRPr>
            </a:lvl5pPr>
            <a:lvl6pPr algn="l">
              <a:defRPr sz="2175" b="0">
                <a:solidFill>
                  <a:srgbClr val="293930"/>
                </a:solidFill>
                <a:latin typeface="Georgia"/>
                <a:ea typeface="Georgia"/>
                <a:cs typeface="Georgia"/>
              </a:defRPr>
            </a:lvl6pPr>
            <a:lvl7pPr algn="l">
              <a:defRPr sz="2175" b="0">
                <a:solidFill>
                  <a:srgbClr val="293930"/>
                </a:solidFill>
                <a:latin typeface="Georgia"/>
                <a:ea typeface="Georgia"/>
                <a:cs typeface="Georgia"/>
              </a:defRPr>
            </a:lvl7pPr>
            <a:lvl8pPr algn="l">
              <a:defRPr sz="2175" b="0">
                <a:solidFill>
                  <a:srgbClr val="293930"/>
                </a:solidFill>
                <a:latin typeface="Georgia"/>
                <a:ea typeface="Georgia"/>
                <a:cs typeface="Georgia"/>
              </a:defRPr>
            </a:lvl8pPr>
            <a:lvl9pPr algn="l">
              <a:defRPr sz="2175" b="0">
                <a:solidFill>
                  <a:srgbClr val="293930"/>
                </a:solidFill>
                <a:latin typeface="Georgia"/>
                <a:ea typeface="Georgia"/>
                <a:cs typeface="Georgia"/>
              </a:defRPr>
            </a:lvl9pPr>
          </a:lstStyle>
          <a:p xmlns:a="http://schemas.openxmlformats.org/drawingml/2006/main">
            <a:pPr algn="l">
              <a:defRPr sz="2175" b="0">
                <a:solidFill>
                  <a:srgbClr val="293930"/>
                </a:solidFill>
                <a:latin typeface="Georgia"/>
                <a:ea typeface="Georgia"/>
                <a:cs typeface="Georgia"/>
              </a:defRPr>
            </a:pPr>
            <a:r>
              <a:rPr sz="2175" b="0">
                <a:solidFill>
                  <a:srgbClr val="293930"/>
                </a:solidFill>
                <a:latin typeface="Georgia"/>
                <a:ea typeface="Georgia"/>
                <a:cs typeface="Georgia"/>
              </a:rPr>
              <a:t>Keep this view</a:t>
            </a:r>
          </a:p>
        </p:txBody>
      </p:sp>
      <p:sp>
        <p:nvSpPr>
          <p:cNvPr id="10" name="text-292">
            <a:extLst xmlns:a="http://schemas.openxmlformats.org/drawingml/2006/main">
              <a:ext uri="{FF2B5EF4-FFF2-40B4-BE49-F238E27FC236}">
                <a16:creationId xmlns:a16="http://schemas.microsoft.com/office/drawing/2014/main" id="{AB78574E-3D9A-48E9-9FEE-9C141A889250}"/>
              </a:ext>
            </a:extLst>
          </p:cNvPr>
          <p:cNvSpPr>
            <a:spLocks xmlns:a="http://schemas.openxmlformats.org/drawingml/2006/main" noGrp="1"/>
          </p:cNvSpPr>
          <p:nvPr/>
        </p:nvSpPr>
        <p:spPr>
          <a:xfrm xmlns:a="http://schemas.openxmlformats.org/drawingml/2006/main">
            <a:off x="6896100" y="1876425"/>
            <a:ext cx="23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5F"/>
                </a:solidFill>
                <a:latin typeface="Arial"/>
                <a:ea typeface="Arial"/>
                <a:cs typeface="Arial"/>
              </a:defRPr>
            </a:defPPr>
            <a:lvl1pPr algn="l">
              <a:defRPr sz="1875" b="0">
                <a:solidFill>
                  <a:srgbClr val="64705F"/>
                </a:solidFill>
                <a:latin typeface="Arial"/>
                <a:ea typeface="Arial"/>
                <a:cs typeface="Arial"/>
              </a:defRPr>
            </a:lvl1pPr>
            <a:lvl2pPr algn="l">
              <a:defRPr sz="1875" b="0">
                <a:solidFill>
                  <a:srgbClr val="64705F"/>
                </a:solidFill>
                <a:latin typeface="Arial"/>
                <a:ea typeface="Arial"/>
                <a:cs typeface="Arial"/>
              </a:defRPr>
            </a:lvl2pPr>
            <a:lvl3pPr algn="l">
              <a:defRPr sz="1875" b="0">
                <a:solidFill>
                  <a:srgbClr val="64705F"/>
                </a:solidFill>
                <a:latin typeface="Arial"/>
                <a:ea typeface="Arial"/>
                <a:cs typeface="Arial"/>
              </a:defRPr>
            </a:lvl3pPr>
            <a:lvl4pPr algn="l">
              <a:defRPr sz="1875" b="0">
                <a:solidFill>
                  <a:srgbClr val="64705F"/>
                </a:solidFill>
                <a:latin typeface="Arial"/>
                <a:ea typeface="Arial"/>
                <a:cs typeface="Arial"/>
              </a:defRPr>
            </a:lvl4pPr>
            <a:lvl5pPr algn="l">
              <a:defRPr sz="1875" b="0">
                <a:solidFill>
                  <a:srgbClr val="64705F"/>
                </a:solidFill>
                <a:latin typeface="Arial"/>
                <a:ea typeface="Arial"/>
                <a:cs typeface="Arial"/>
              </a:defRPr>
            </a:lvl5pPr>
            <a:lvl6pPr algn="l">
              <a:defRPr sz="1875" b="0">
                <a:solidFill>
                  <a:srgbClr val="64705F"/>
                </a:solidFill>
                <a:latin typeface="Arial"/>
                <a:ea typeface="Arial"/>
                <a:cs typeface="Arial"/>
              </a:defRPr>
            </a:lvl6pPr>
            <a:lvl7pPr algn="l">
              <a:defRPr sz="1875" b="0">
                <a:solidFill>
                  <a:srgbClr val="64705F"/>
                </a:solidFill>
                <a:latin typeface="Arial"/>
                <a:ea typeface="Arial"/>
                <a:cs typeface="Arial"/>
              </a:defRPr>
            </a:lvl7pPr>
            <a:lvl8pPr algn="l">
              <a:defRPr sz="1875" b="0">
                <a:solidFill>
                  <a:srgbClr val="64705F"/>
                </a:solidFill>
                <a:latin typeface="Arial"/>
                <a:ea typeface="Arial"/>
                <a:cs typeface="Arial"/>
              </a:defRPr>
            </a:lvl8pPr>
            <a:lvl9pPr algn="l">
              <a:defRPr sz="1875" b="0">
                <a:solidFill>
                  <a:srgbClr val="64705F"/>
                </a:solidFill>
                <a:latin typeface="Arial"/>
                <a:ea typeface="Arial"/>
                <a:cs typeface="Arial"/>
              </a:defRPr>
            </a:lvl9pPr>
          </a:lstStyle>
          <a:p xmlns:a="http://schemas.openxmlformats.org/drawingml/2006/main">
            <a:pPr algn="l">
              <a:defRPr sz="1875" b="0">
                <a:solidFill>
                  <a:srgbClr val="64705F"/>
                </a:solidFill>
                <a:latin typeface="Arial"/>
                <a:ea typeface="Arial"/>
                <a:cs typeface="Arial"/>
              </a:defRPr>
            </a:pPr>
            <a:r>
              <a:rPr sz="1875" b="0">
                <a:solidFill>
                  <a:srgbClr val="64705F"/>
                </a:solidFill>
                <a:latin typeface="Arial"/>
                <a:ea typeface="Arial"/>
                <a:cs typeface="Arial"/>
              </a:rPr>
              <a:t>×</a:t>
            </a:r>
          </a:p>
        </p:txBody>
      </p:sp>
      <p:pic>
        <p:nvPicPr>
          <p:cNvPr id="11" name="">
            <a:extLst xmlns:a="http://schemas.openxmlformats.org/drawingml/2006/main">
              <a:ext uri="{FF2B5EF4-FFF2-40B4-BE49-F238E27FC236}">
                <a16:creationId xmlns:a16="http://schemas.microsoft.com/office/drawing/2014/main" id="{3ADA3C36-8A66-4587-AAB0-A13C1437AE65}"/>
              </a:ext>
            </a:extLst>
          </p:cNvPr>
          <p:cNvPicPr>
            <a:picLocks xmlns:a="http://schemas.openxmlformats.org/drawingml/2006/main" noChangeAspect="1"/>
          </p:cNvPicPr>
          <p:nvPr/>
        </p:nvPicPr>
        <p:blipFill>
          <a:blip xmlns:r="http://schemas.openxmlformats.org/officeDocument/2006/relationships" xmlns:a="http://schemas.openxmlformats.org/drawingml/2006/main" r:embed="R8150599ff2e24396"/>
          <a:srcRect xmlns:a="http://schemas.openxmlformats.org/drawingml/2006/main" l="24" t="0" r="24" b="0"/>
          <a:stretch xmlns:a="http://schemas.openxmlformats.org/drawingml/2006/main">
            <a:fillRect l="0" t="0" r="0" b="0"/>
          </a:stretch>
        </p:blipFill>
        <p:spPr>
          <a:xfrm xmlns:a="http://schemas.openxmlformats.org/drawingml/2006/main">
            <a:off x="1924050" y="2409825"/>
            <a:ext cx="2333625" cy="1314450"/>
          </a:xfrm>
          <a:prstGeom xmlns:a="http://schemas.openxmlformats.org/drawingml/2006/main" prst="rect">
            <a:avLst/>
          </a:prstGeom>
        </p:spPr>
      </p:pic>
      <p:sp>
        <p:nvSpPr>
          <p:cNvPr id="12" name="text-294">
            <a:extLst xmlns:a="http://schemas.openxmlformats.org/drawingml/2006/main">
              <a:ext uri="{FF2B5EF4-FFF2-40B4-BE49-F238E27FC236}">
                <a16:creationId xmlns:a16="http://schemas.microsoft.com/office/drawing/2014/main" id="{A32EE6C5-2F04-4BA5-9CAE-0C7A3C88380F}"/>
              </a:ext>
            </a:extLst>
          </p:cNvPr>
          <p:cNvSpPr>
            <a:spLocks xmlns:a="http://schemas.openxmlformats.org/drawingml/2006/main" noGrp="1"/>
          </p:cNvSpPr>
          <p:nvPr/>
        </p:nvSpPr>
        <p:spPr>
          <a:xfrm xmlns:a="http://schemas.openxmlformats.org/drawingml/2006/main">
            <a:off x="4457700" y="2447925"/>
            <a:ext cx="2619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293930"/>
                </a:solidFill>
                <a:latin typeface="Arial"/>
                <a:ea typeface="Arial"/>
                <a:cs typeface="Arial"/>
              </a:defRPr>
            </a:defPPr>
            <a:lvl1pPr algn="l">
              <a:defRPr sz="1500" b="1">
                <a:solidFill>
                  <a:srgbClr val="293930"/>
                </a:solidFill>
                <a:latin typeface="Arial"/>
                <a:ea typeface="Arial"/>
                <a:cs typeface="Arial"/>
              </a:defRPr>
            </a:lvl1pPr>
            <a:lvl2pPr algn="l">
              <a:defRPr sz="1500" b="1">
                <a:solidFill>
                  <a:srgbClr val="293930"/>
                </a:solidFill>
                <a:latin typeface="Arial"/>
                <a:ea typeface="Arial"/>
                <a:cs typeface="Arial"/>
              </a:defRPr>
            </a:lvl2pPr>
            <a:lvl3pPr algn="l">
              <a:defRPr sz="1500" b="1">
                <a:solidFill>
                  <a:srgbClr val="293930"/>
                </a:solidFill>
                <a:latin typeface="Arial"/>
                <a:ea typeface="Arial"/>
                <a:cs typeface="Arial"/>
              </a:defRPr>
            </a:lvl3pPr>
            <a:lvl4pPr algn="l">
              <a:defRPr sz="1500" b="1">
                <a:solidFill>
                  <a:srgbClr val="293930"/>
                </a:solidFill>
                <a:latin typeface="Arial"/>
                <a:ea typeface="Arial"/>
                <a:cs typeface="Arial"/>
              </a:defRPr>
            </a:lvl4pPr>
            <a:lvl5pPr algn="l">
              <a:defRPr sz="1500" b="1">
                <a:solidFill>
                  <a:srgbClr val="293930"/>
                </a:solidFill>
                <a:latin typeface="Arial"/>
                <a:ea typeface="Arial"/>
                <a:cs typeface="Arial"/>
              </a:defRPr>
            </a:lvl5pPr>
            <a:lvl6pPr algn="l">
              <a:defRPr sz="1500" b="1">
                <a:solidFill>
                  <a:srgbClr val="293930"/>
                </a:solidFill>
                <a:latin typeface="Arial"/>
                <a:ea typeface="Arial"/>
                <a:cs typeface="Arial"/>
              </a:defRPr>
            </a:lvl6pPr>
            <a:lvl7pPr algn="l">
              <a:defRPr sz="1500" b="1">
                <a:solidFill>
                  <a:srgbClr val="293930"/>
                </a:solidFill>
                <a:latin typeface="Arial"/>
                <a:ea typeface="Arial"/>
                <a:cs typeface="Arial"/>
              </a:defRPr>
            </a:lvl7pPr>
            <a:lvl8pPr algn="l">
              <a:defRPr sz="1500" b="1">
                <a:solidFill>
                  <a:srgbClr val="293930"/>
                </a:solidFill>
                <a:latin typeface="Arial"/>
                <a:ea typeface="Arial"/>
                <a:cs typeface="Arial"/>
              </a:defRPr>
            </a:lvl8pPr>
            <a:lvl9pPr algn="l">
              <a:defRPr sz="1500" b="1">
                <a:solidFill>
                  <a:srgbClr val="293930"/>
                </a:solidFill>
                <a:latin typeface="Arial"/>
                <a:ea typeface="Arial"/>
                <a:cs typeface="Arial"/>
              </a:defRPr>
            </a:lvl9pPr>
          </a:lstStyle>
          <a:p xmlns:a="http://schemas.openxmlformats.org/drawingml/2006/main">
            <a:pPr algn="l">
              <a:defRPr sz="1500" b="1">
                <a:solidFill>
                  <a:srgbClr val="293930"/>
                </a:solidFill>
                <a:latin typeface="Arial"/>
                <a:ea typeface="Arial"/>
                <a:cs typeface="Arial"/>
              </a:defRPr>
            </a:pPr>
            <a:r>
              <a:rPr sz="1500" b="1">
                <a:solidFill>
                  <a:srgbClr val="293930"/>
                </a:solidFill>
                <a:latin typeface="Arial"/>
                <a:ea typeface="Arial"/>
                <a:cs typeface="Arial"/>
              </a:rPr>
              <a:t>The Lakeside Cottage</a:t>
            </a:r>
          </a:p>
        </p:txBody>
      </p:sp>
      <p:sp>
        <p:nvSpPr>
          <p:cNvPr id="13" name="text-296">
            <a:extLst xmlns:a="http://schemas.openxmlformats.org/drawingml/2006/main">
              <a:ext uri="{FF2B5EF4-FFF2-40B4-BE49-F238E27FC236}">
                <a16:creationId xmlns:a16="http://schemas.microsoft.com/office/drawing/2014/main" id="{32BB00EE-F0A5-4CB5-8A66-DAFAF6919DE2}"/>
              </a:ext>
            </a:extLst>
          </p:cNvPr>
          <p:cNvSpPr>
            <a:spLocks xmlns:a="http://schemas.openxmlformats.org/drawingml/2006/main" noGrp="1"/>
          </p:cNvSpPr>
          <p:nvPr/>
        </p:nvSpPr>
        <p:spPr>
          <a:xfrm xmlns:a="http://schemas.openxmlformats.org/drawingml/2006/main">
            <a:off x="4457700" y="299085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Stillwater Valley</a:t>
            </a:r>
          </a:p>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Year 2 / Day 135 / 19:15</a:t>
            </a:r>
          </a:p>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Live view</a:t>
            </a:r>
          </a:p>
        </p:txBody>
      </p:sp>
      <p:sp>
        <p:nvSpPr>
          <p:cNvPr id="14" name="text-298">
            <a:extLst xmlns:a="http://schemas.openxmlformats.org/drawingml/2006/main">
              <a:ext uri="{FF2B5EF4-FFF2-40B4-BE49-F238E27FC236}">
                <a16:creationId xmlns:a16="http://schemas.microsoft.com/office/drawing/2014/main" id="{42DBAF64-AB35-42FD-B255-C1B409C36D1A}"/>
              </a:ext>
            </a:extLst>
          </p:cNvPr>
          <p:cNvSpPr>
            <a:spLocks xmlns:a="http://schemas.openxmlformats.org/drawingml/2006/main" noGrp="1"/>
          </p:cNvSpPr>
          <p:nvPr/>
        </p:nvSpPr>
        <p:spPr>
          <a:xfrm xmlns:a="http://schemas.openxmlformats.org/drawingml/2006/main">
            <a:off x="1924050" y="38766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Your view is held here. The world carries on.</a:t>
            </a:r>
          </a:p>
        </p:txBody>
      </p:sp>
      <p:sp>
        <p:nvSpPr>
          <p:cNvPr id="15" name="text-300">
            <a:extLst xmlns:a="http://schemas.openxmlformats.org/drawingml/2006/main">
              <a:ext uri="{FF2B5EF4-FFF2-40B4-BE49-F238E27FC236}">
                <a16:creationId xmlns:a16="http://schemas.microsoft.com/office/drawing/2014/main" id="{FA0F6C0D-19C9-4A67-A486-403417A7CFC2}"/>
              </a:ext>
            </a:extLst>
          </p:cNvPr>
          <p:cNvSpPr>
            <a:spLocks xmlns:a="http://schemas.openxmlformats.org/drawingml/2006/main" noGrp="1"/>
          </p:cNvSpPr>
          <p:nvPr/>
        </p:nvSpPr>
        <p:spPr>
          <a:xfrm xmlns:a="http://schemas.openxmlformats.org/drawingml/2006/main">
            <a:off x="1924050" y="42767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293930"/>
                </a:solidFill>
                <a:latin typeface="Arial"/>
                <a:ea typeface="Arial"/>
                <a:cs typeface="Arial"/>
              </a:defRPr>
            </a:defPPr>
            <a:lvl1pPr algn="l">
              <a:defRPr sz="1275" b="0">
                <a:solidFill>
                  <a:srgbClr val="293930"/>
                </a:solidFill>
                <a:latin typeface="Arial"/>
                <a:ea typeface="Arial"/>
                <a:cs typeface="Arial"/>
              </a:defRPr>
            </a:lvl1pPr>
            <a:lvl2pPr algn="l">
              <a:defRPr sz="1275" b="0">
                <a:solidFill>
                  <a:srgbClr val="293930"/>
                </a:solidFill>
                <a:latin typeface="Arial"/>
                <a:ea typeface="Arial"/>
                <a:cs typeface="Arial"/>
              </a:defRPr>
            </a:lvl2pPr>
            <a:lvl3pPr algn="l">
              <a:defRPr sz="1275" b="0">
                <a:solidFill>
                  <a:srgbClr val="293930"/>
                </a:solidFill>
                <a:latin typeface="Arial"/>
                <a:ea typeface="Arial"/>
                <a:cs typeface="Arial"/>
              </a:defRPr>
            </a:lvl3pPr>
            <a:lvl4pPr algn="l">
              <a:defRPr sz="1275" b="0">
                <a:solidFill>
                  <a:srgbClr val="293930"/>
                </a:solidFill>
                <a:latin typeface="Arial"/>
                <a:ea typeface="Arial"/>
                <a:cs typeface="Arial"/>
              </a:defRPr>
            </a:lvl4pPr>
            <a:lvl5pPr algn="l">
              <a:defRPr sz="1275" b="0">
                <a:solidFill>
                  <a:srgbClr val="293930"/>
                </a:solidFill>
                <a:latin typeface="Arial"/>
                <a:ea typeface="Arial"/>
                <a:cs typeface="Arial"/>
              </a:defRPr>
            </a:lvl5pPr>
            <a:lvl6pPr algn="l">
              <a:defRPr sz="1275" b="0">
                <a:solidFill>
                  <a:srgbClr val="293930"/>
                </a:solidFill>
                <a:latin typeface="Arial"/>
                <a:ea typeface="Arial"/>
                <a:cs typeface="Arial"/>
              </a:defRPr>
            </a:lvl6pPr>
            <a:lvl7pPr algn="l">
              <a:defRPr sz="1275" b="0">
                <a:solidFill>
                  <a:srgbClr val="293930"/>
                </a:solidFill>
                <a:latin typeface="Arial"/>
                <a:ea typeface="Arial"/>
                <a:cs typeface="Arial"/>
              </a:defRPr>
            </a:lvl7pPr>
            <a:lvl8pPr algn="l">
              <a:defRPr sz="1275" b="0">
                <a:solidFill>
                  <a:srgbClr val="293930"/>
                </a:solidFill>
                <a:latin typeface="Arial"/>
                <a:ea typeface="Arial"/>
                <a:cs typeface="Arial"/>
              </a:defRPr>
            </a:lvl8pPr>
            <a:lvl9pPr algn="l">
              <a:defRPr sz="1275" b="0">
                <a:solidFill>
                  <a:srgbClr val="293930"/>
                </a:solidFill>
                <a:latin typeface="Arial"/>
                <a:ea typeface="Arial"/>
                <a:cs typeface="Arial"/>
              </a:defRPr>
            </a:lvl9pPr>
          </a:lstStyle>
          <a:p xmlns:a="http://schemas.openxmlformats.org/drawingml/2006/main">
            <a:pPr algn="l">
              <a:defRPr sz="1275" b="0">
                <a:solidFill>
                  <a:srgbClr val="293930"/>
                </a:solidFill>
                <a:latin typeface="Arial"/>
                <a:ea typeface="Arial"/>
                <a:cs typeface="Arial"/>
              </a:defRPr>
            </a:pPr>
            <a:r>
              <a:rPr sz="1275" b="0">
                <a:solidFill>
                  <a:srgbClr val="293930"/>
                </a:solidFill>
                <a:latin typeface="Arial"/>
                <a:ea typeface="Arial"/>
                <a:cs typeface="Arial"/>
              </a:rPr>
              <a:t>A note to remember it by (optional)</a:t>
            </a:r>
          </a:p>
        </p:txBody>
      </p:sp>
      <p:sp>
        <p:nvSpPr>
          <p:cNvPr id="16" name="shape-301">
            <a:extLst xmlns:a="http://schemas.openxmlformats.org/drawingml/2006/main">
              <a:ext uri="{FF2B5EF4-FFF2-40B4-BE49-F238E27FC236}">
                <a16:creationId xmlns:a16="http://schemas.microsoft.com/office/drawing/2014/main" id="{EED7C181-456C-4341-ABA4-E224C535E9CE}"/>
              </a:ext>
            </a:extLst>
          </p:cNvPr>
          <p:cNvSpPr>
            <a:spLocks xmlns:a="http://schemas.openxmlformats.org/drawingml/2006/main" noGrp="1"/>
          </p:cNvSpPr>
          <p:nvPr/>
        </p:nvSpPr>
        <p:spPr>
          <a:xfrm xmlns:a="http://schemas.openxmlformats.org/drawingml/2006/main">
            <a:off x="1924050" y="4572000"/>
            <a:ext cx="5143500" cy="571500"/>
          </a:xfrm>
          <a:prstGeom xmlns:a="http://schemas.openxmlformats.org/drawingml/2006/main" prst="roundRect">
            <a:avLst>
              <a:gd name="adj" fmla="val 8333"/>
            </a:avLst>
          </a:prstGeom>
          <a:solidFill xmlns:a="http://schemas.openxmlformats.org/drawingml/2006/main">
            <a:srgbClr val="FFFEF8"/>
          </a:solidFill>
          <a:ln xmlns:a="http://schemas.openxmlformats.org/drawingml/2006/main" w="9525">
            <a:solidFill>
              <a:srgbClr val="D3D7C9"/>
            </a:solidFill>
            <a:prstDash val="solid"/>
          </a:ln>
        </p:spPr>
      </p:sp>
      <p:sp>
        <p:nvSpPr>
          <p:cNvPr id="17" name="text-303">
            <a:extLst xmlns:a="http://schemas.openxmlformats.org/drawingml/2006/main">
              <a:ext uri="{FF2B5EF4-FFF2-40B4-BE49-F238E27FC236}">
                <a16:creationId xmlns:a16="http://schemas.microsoft.com/office/drawing/2014/main" id="{CBE86EC6-9ADE-47B8-B17A-6F3041761D21}"/>
              </a:ext>
            </a:extLst>
          </p:cNvPr>
          <p:cNvSpPr>
            <a:spLocks xmlns:a="http://schemas.openxmlformats.org/drawingml/2006/main" noGrp="1"/>
          </p:cNvSpPr>
          <p:nvPr/>
        </p:nvSpPr>
        <p:spPr>
          <a:xfrm xmlns:a="http://schemas.openxmlformats.org/drawingml/2006/main">
            <a:off x="2057400" y="4686300"/>
            <a:ext cx="4876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293930"/>
                </a:solidFill>
                <a:latin typeface="Arial"/>
                <a:ea typeface="Arial"/>
                <a:cs typeface="Arial"/>
              </a:defRPr>
            </a:defPPr>
            <a:lvl1pPr algn="l">
              <a:defRPr sz="1275" b="0">
                <a:solidFill>
                  <a:srgbClr val="293930"/>
                </a:solidFill>
                <a:latin typeface="Arial"/>
                <a:ea typeface="Arial"/>
                <a:cs typeface="Arial"/>
              </a:defRPr>
            </a:lvl1pPr>
            <a:lvl2pPr algn="l">
              <a:defRPr sz="1275" b="0">
                <a:solidFill>
                  <a:srgbClr val="293930"/>
                </a:solidFill>
                <a:latin typeface="Arial"/>
                <a:ea typeface="Arial"/>
                <a:cs typeface="Arial"/>
              </a:defRPr>
            </a:lvl2pPr>
            <a:lvl3pPr algn="l">
              <a:defRPr sz="1275" b="0">
                <a:solidFill>
                  <a:srgbClr val="293930"/>
                </a:solidFill>
                <a:latin typeface="Arial"/>
                <a:ea typeface="Arial"/>
                <a:cs typeface="Arial"/>
              </a:defRPr>
            </a:lvl3pPr>
            <a:lvl4pPr algn="l">
              <a:defRPr sz="1275" b="0">
                <a:solidFill>
                  <a:srgbClr val="293930"/>
                </a:solidFill>
                <a:latin typeface="Arial"/>
                <a:ea typeface="Arial"/>
                <a:cs typeface="Arial"/>
              </a:defRPr>
            </a:lvl4pPr>
            <a:lvl5pPr algn="l">
              <a:defRPr sz="1275" b="0">
                <a:solidFill>
                  <a:srgbClr val="293930"/>
                </a:solidFill>
                <a:latin typeface="Arial"/>
                <a:ea typeface="Arial"/>
                <a:cs typeface="Arial"/>
              </a:defRPr>
            </a:lvl5pPr>
            <a:lvl6pPr algn="l">
              <a:defRPr sz="1275" b="0">
                <a:solidFill>
                  <a:srgbClr val="293930"/>
                </a:solidFill>
                <a:latin typeface="Arial"/>
                <a:ea typeface="Arial"/>
                <a:cs typeface="Arial"/>
              </a:defRPr>
            </a:lvl6pPr>
            <a:lvl7pPr algn="l">
              <a:defRPr sz="1275" b="0">
                <a:solidFill>
                  <a:srgbClr val="293930"/>
                </a:solidFill>
                <a:latin typeface="Arial"/>
                <a:ea typeface="Arial"/>
                <a:cs typeface="Arial"/>
              </a:defRPr>
            </a:lvl7pPr>
            <a:lvl8pPr algn="l">
              <a:defRPr sz="1275" b="0">
                <a:solidFill>
                  <a:srgbClr val="293930"/>
                </a:solidFill>
                <a:latin typeface="Arial"/>
                <a:ea typeface="Arial"/>
                <a:cs typeface="Arial"/>
              </a:defRPr>
            </a:lvl8pPr>
            <a:lvl9pPr algn="l">
              <a:defRPr sz="1275" b="0">
                <a:solidFill>
                  <a:srgbClr val="293930"/>
                </a:solidFill>
                <a:latin typeface="Arial"/>
                <a:ea typeface="Arial"/>
                <a:cs typeface="Arial"/>
              </a:defRPr>
            </a:lvl9pPr>
          </a:lstStyle>
          <a:p xmlns:a="http://schemas.openxmlformats.org/drawingml/2006/main">
            <a:pPr algn="l">
              <a:defRPr sz="1275" b="0">
                <a:solidFill>
                  <a:srgbClr val="293930"/>
                </a:solidFill>
                <a:latin typeface="Arial"/>
                <a:ea typeface="Arial"/>
                <a:cs typeface="Arial"/>
              </a:defRPr>
            </a:pPr>
            <a:r>
              <a:rPr sz="1275" b="0">
                <a:solidFill>
                  <a:srgbClr val="293930"/>
                </a:solidFill>
                <a:latin typeface="Arial"/>
                <a:ea typeface="Arial"/>
                <a:cs typeface="Arial"/>
              </a:rPr>
              <a:t>Rain on the lake. A light in the window.</a:t>
            </a:r>
          </a:p>
        </p:txBody>
      </p:sp>
      <p:sp>
        <p:nvSpPr>
          <p:cNvPr id="18" name="text-305">
            <a:extLst xmlns:a="http://schemas.openxmlformats.org/drawingml/2006/main">
              <a:ext uri="{FF2B5EF4-FFF2-40B4-BE49-F238E27FC236}">
                <a16:creationId xmlns:a16="http://schemas.microsoft.com/office/drawing/2014/main" id="{C4DBB96B-D3C6-485F-95A1-5E8AB0942165}"/>
              </a:ext>
            </a:extLst>
          </p:cNvPr>
          <p:cNvSpPr>
            <a:spLocks xmlns:a="http://schemas.openxmlformats.org/drawingml/2006/main" noGrp="1"/>
          </p:cNvSpPr>
          <p:nvPr/>
        </p:nvSpPr>
        <p:spPr>
          <a:xfrm xmlns:a="http://schemas.openxmlformats.org/drawingml/2006/main">
            <a:off x="1924050" y="5200650"/>
            <a:ext cx="514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87502F"/>
                </a:solidFill>
                <a:latin typeface="Arial"/>
                <a:ea typeface="Arial"/>
                <a:cs typeface="Arial"/>
              </a:defRPr>
            </a:defPPr>
            <a:lvl1pPr algn="l">
              <a:defRPr sz="1050" b="0">
                <a:solidFill>
                  <a:srgbClr val="87502F"/>
                </a:solidFill>
                <a:latin typeface="Arial"/>
                <a:ea typeface="Arial"/>
                <a:cs typeface="Arial"/>
              </a:defRPr>
            </a:lvl1pPr>
            <a:lvl2pPr algn="l">
              <a:defRPr sz="1050" b="0">
                <a:solidFill>
                  <a:srgbClr val="87502F"/>
                </a:solidFill>
                <a:latin typeface="Arial"/>
                <a:ea typeface="Arial"/>
                <a:cs typeface="Arial"/>
              </a:defRPr>
            </a:lvl2pPr>
            <a:lvl3pPr algn="l">
              <a:defRPr sz="1050" b="0">
                <a:solidFill>
                  <a:srgbClr val="87502F"/>
                </a:solidFill>
                <a:latin typeface="Arial"/>
                <a:ea typeface="Arial"/>
                <a:cs typeface="Arial"/>
              </a:defRPr>
            </a:lvl3pPr>
            <a:lvl4pPr algn="l">
              <a:defRPr sz="1050" b="0">
                <a:solidFill>
                  <a:srgbClr val="87502F"/>
                </a:solidFill>
                <a:latin typeface="Arial"/>
                <a:ea typeface="Arial"/>
                <a:cs typeface="Arial"/>
              </a:defRPr>
            </a:lvl4pPr>
            <a:lvl5pPr algn="l">
              <a:defRPr sz="1050" b="0">
                <a:solidFill>
                  <a:srgbClr val="87502F"/>
                </a:solidFill>
                <a:latin typeface="Arial"/>
                <a:ea typeface="Arial"/>
                <a:cs typeface="Arial"/>
              </a:defRPr>
            </a:lvl5pPr>
            <a:lvl6pPr algn="l">
              <a:defRPr sz="1050" b="0">
                <a:solidFill>
                  <a:srgbClr val="87502F"/>
                </a:solidFill>
                <a:latin typeface="Arial"/>
                <a:ea typeface="Arial"/>
                <a:cs typeface="Arial"/>
              </a:defRPr>
            </a:lvl6pPr>
            <a:lvl7pPr algn="l">
              <a:defRPr sz="1050" b="0">
                <a:solidFill>
                  <a:srgbClr val="87502F"/>
                </a:solidFill>
                <a:latin typeface="Arial"/>
                <a:ea typeface="Arial"/>
                <a:cs typeface="Arial"/>
              </a:defRPr>
            </a:lvl7pPr>
            <a:lvl8pPr algn="l">
              <a:defRPr sz="1050" b="0">
                <a:solidFill>
                  <a:srgbClr val="87502F"/>
                </a:solidFill>
                <a:latin typeface="Arial"/>
                <a:ea typeface="Arial"/>
                <a:cs typeface="Arial"/>
              </a:defRPr>
            </a:lvl8pPr>
            <a:lvl9pPr algn="l">
              <a:defRPr sz="1050" b="0">
                <a:solidFill>
                  <a:srgbClr val="87502F"/>
                </a:solidFill>
                <a:latin typeface="Arial"/>
                <a:ea typeface="Arial"/>
                <a:cs typeface="Arial"/>
              </a:defRPr>
            </a:lvl9pPr>
          </a:lstStyle>
          <a:p xmlns:a="http://schemas.openxmlformats.org/drawingml/2006/main">
            <a:pPr algn="l">
              <a:defRPr sz="1050" b="0">
                <a:solidFill>
                  <a:srgbClr val="87502F"/>
                </a:solidFill>
                <a:latin typeface="Arial"/>
                <a:ea typeface="Arial"/>
                <a:cs typeface="Arial"/>
              </a:defRPr>
            </a:pPr>
            <a:r>
              <a:rPr sz="1050" b="0">
                <a:solidFill>
                  <a:srgbClr val="87502F"/>
                </a:solidFill>
                <a:latin typeface="Arial"/>
                <a:ea typeface="Arial"/>
                <a:cs typeface="Arial"/>
              </a:rPr>
              <a:t>The download could not start. Your view is still here.</a:t>
            </a:r>
          </a:p>
        </p:txBody>
      </p:sp>
      <p:sp>
        <p:nvSpPr>
          <p:cNvPr id="19" name="shape-306">
            <a:extLst xmlns:a="http://schemas.openxmlformats.org/drawingml/2006/main">
              <a:ext uri="{FF2B5EF4-FFF2-40B4-BE49-F238E27FC236}">
                <a16:creationId xmlns:a16="http://schemas.microsoft.com/office/drawing/2014/main" id="{57ACDAB5-2498-4364-AB26-0BEFF09C3F2F}"/>
              </a:ext>
            </a:extLst>
          </p:cNvPr>
          <p:cNvSpPr>
            <a:spLocks xmlns:a="http://schemas.openxmlformats.org/drawingml/2006/main" noGrp="1"/>
          </p:cNvSpPr>
          <p:nvPr/>
        </p:nvSpPr>
        <p:spPr>
          <a:xfrm xmlns:a="http://schemas.openxmlformats.org/drawingml/2006/main">
            <a:off x="5105400" y="5505450"/>
            <a:ext cx="1962150" cy="295275"/>
          </a:xfrm>
          <a:prstGeom xmlns:a="http://schemas.openxmlformats.org/drawingml/2006/main" prst="roundRect">
            <a:avLst>
              <a:gd name="adj" fmla="val 22581"/>
            </a:avLst>
          </a:prstGeom>
          <a:solidFill xmlns:a="http://schemas.openxmlformats.org/drawingml/2006/main">
            <a:srgbClr val="405840"/>
          </a:solidFill>
          <a:ln xmlns:a="http://schemas.openxmlformats.org/drawingml/2006/main" w="0">
            <a:noFill/>
            <a:prstDash val="solid"/>
          </a:ln>
        </p:spPr>
      </p:sp>
      <p:sp>
        <p:nvSpPr>
          <p:cNvPr id="20" name="text-308">
            <a:extLst xmlns:a="http://schemas.openxmlformats.org/drawingml/2006/main">
              <a:ext uri="{FF2B5EF4-FFF2-40B4-BE49-F238E27FC236}">
                <a16:creationId xmlns:a16="http://schemas.microsoft.com/office/drawing/2014/main" id="{4DF29850-3EF6-4568-808B-3F38FD1E8754}"/>
              </a:ext>
            </a:extLst>
          </p:cNvPr>
          <p:cNvSpPr>
            <a:spLocks xmlns:a="http://schemas.openxmlformats.org/drawingml/2006/main" noGrp="1"/>
          </p:cNvSpPr>
          <p:nvPr/>
        </p:nvSpPr>
        <p:spPr>
          <a:xfrm xmlns:a="http://schemas.openxmlformats.org/drawingml/2006/main">
            <a:off x="5181600" y="5505450"/>
            <a:ext cx="180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0">
                <a:solidFill>
                  <a:srgbClr val="F3F0E6"/>
                </a:solidFill>
                <a:latin typeface="Arial"/>
                <a:ea typeface="Arial"/>
                <a:cs typeface="Arial"/>
              </a:defRPr>
            </a:defPPr>
            <a:lvl1pPr algn="ctr">
              <a:defRPr sz="1050" b="0">
                <a:solidFill>
                  <a:srgbClr val="F3F0E6"/>
                </a:solidFill>
                <a:latin typeface="Arial"/>
                <a:ea typeface="Arial"/>
                <a:cs typeface="Arial"/>
              </a:defRPr>
            </a:lvl1pPr>
            <a:lvl2pPr algn="ctr">
              <a:defRPr sz="1050" b="0">
                <a:solidFill>
                  <a:srgbClr val="F3F0E6"/>
                </a:solidFill>
                <a:latin typeface="Arial"/>
                <a:ea typeface="Arial"/>
                <a:cs typeface="Arial"/>
              </a:defRPr>
            </a:lvl2pPr>
            <a:lvl3pPr algn="ctr">
              <a:defRPr sz="1050" b="0">
                <a:solidFill>
                  <a:srgbClr val="F3F0E6"/>
                </a:solidFill>
                <a:latin typeface="Arial"/>
                <a:ea typeface="Arial"/>
                <a:cs typeface="Arial"/>
              </a:defRPr>
            </a:lvl3pPr>
            <a:lvl4pPr algn="ctr">
              <a:defRPr sz="1050" b="0">
                <a:solidFill>
                  <a:srgbClr val="F3F0E6"/>
                </a:solidFill>
                <a:latin typeface="Arial"/>
                <a:ea typeface="Arial"/>
                <a:cs typeface="Arial"/>
              </a:defRPr>
            </a:lvl4pPr>
            <a:lvl5pPr algn="ctr">
              <a:defRPr sz="1050" b="0">
                <a:solidFill>
                  <a:srgbClr val="F3F0E6"/>
                </a:solidFill>
                <a:latin typeface="Arial"/>
                <a:ea typeface="Arial"/>
                <a:cs typeface="Arial"/>
              </a:defRPr>
            </a:lvl5pPr>
            <a:lvl6pPr algn="ctr">
              <a:defRPr sz="1050" b="0">
                <a:solidFill>
                  <a:srgbClr val="F3F0E6"/>
                </a:solidFill>
                <a:latin typeface="Arial"/>
                <a:ea typeface="Arial"/>
                <a:cs typeface="Arial"/>
              </a:defRPr>
            </a:lvl6pPr>
            <a:lvl7pPr algn="ctr">
              <a:defRPr sz="1050" b="0">
                <a:solidFill>
                  <a:srgbClr val="F3F0E6"/>
                </a:solidFill>
                <a:latin typeface="Arial"/>
                <a:ea typeface="Arial"/>
                <a:cs typeface="Arial"/>
              </a:defRPr>
            </a:lvl7pPr>
            <a:lvl8pPr algn="ctr">
              <a:defRPr sz="1050" b="0">
                <a:solidFill>
                  <a:srgbClr val="F3F0E6"/>
                </a:solidFill>
                <a:latin typeface="Arial"/>
                <a:ea typeface="Arial"/>
                <a:cs typeface="Arial"/>
              </a:defRPr>
            </a:lvl8pPr>
            <a:lvl9pPr algn="ctr">
              <a:defRPr sz="1050" b="0">
                <a:solidFill>
                  <a:srgbClr val="F3F0E6"/>
                </a:solidFill>
                <a:latin typeface="Arial"/>
                <a:ea typeface="Arial"/>
                <a:cs typeface="Arial"/>
              </a:defRPr>
            </a:lvl9pPr>
          </a:lstStyle>
          <a:p xmlns:a="http://schemas.openxmlformats.org/drawingml/2006/main">
            <a:pPr algn="ctr">
              <a:defRPr sz="1050" b="0">
                <a:solidFill>
                  <a:srgbClr val="F3F0E6"/>
                </a:solidFill>
                <a:latin typeface="Arial"/>
                <a:ea typeface="Arial"/>
                <a:cs typeface="Arial"/>
              </a:defRPr>
            </a:pPr>
            <a:r>
              <a:rPr sz="1050" b="0">
                <a:solidFill>
                  <a:srgbClr val="F3F0E6"/>
                </a:solidFill>
                <a:latin typeface="Arial"/>
                <a:ea typeface="Arial"/>
                <a:cs typeface="Arial"/>
              </a:rPr>
              <a:t>Try download again</a:t>
            </a:r>
          </a:p>
        </p:txBody>
      </p:sp>
      <p:sp>
        <p:nvSpPr>
          <p:cNvPr id="21" name="text-310">
            <a:extLst xmlns:a="http://schemas.openxmlformats.org/drawingml/2006/main">
              <a:ext uri="{FF2B5EF4-FFF2-40B4-BE49-F238E27FC236}">
                <a16:creationId xmlns:a16="http://schemas.microsoft.com/office/drawing/2014/main" id="{E660D0DF-60D8-488A-BE25-0F64613C8EC4}"/>
              </a:ext>
            </a:extLst>
          </p:cNvPr>
          <p:cNvSpPr>
            <a:spLocks xmlns:a="http://schemas.openxmlformats.org/drawingml/2006/main" noGrp="1"/>
          </p:cNvSpPr>
          <p:nvPr/>
        </p:nvSpPr>
        <p:spPr>
          <a:xfrm xmlns:a="http://schemas.openxmlformats.org/drawingml/2006/main">
            <a:off x="1924050" y="5543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4705F"/>
                </a:solidFill>
                <a:latin typeface="Arial"/>
                <a:ea typeface="Arial"/>
                <a:cs typeface="Arial"/>
              </a:defRPr>
            </a:defPPr>
            <a:lvl1pPr algn="l">
              <a:defRPr sz="1125" b="0">
                <a:solidFill>
                  <a:srgbClr val="64705F"/>
                </a:solidFill>
                <a:latin typeface="Arial"/>
                <a:ea typeface="Arial"/>
                <a:cs typeface="Arial"/>
              </a:defRPr>
            </a:lvl1pPr>
            <a:lvl2pPr algn="l">
              <a:defRPr sz="1125" b="0">
                <a:solidFill>
                  <a:srgbClr val="64705F"/>
                </a:solidFill>
                <a:latin typeface="Arial"/>
                <a:ea typeface="Arial"/>
                <a:cs typeface="Arial"/>
              </a:defRPr>
            </a:lvl2pPr>
            <a:lvl3pPr algn="l">
              <a:defRPr sz="1125" b="0">
                <a:solidFill>
                  <a:srgbClr val="64705F"/>
                </a:solidFill>
                <a:latin typeface="Arial"/>
                <a:ea typeface="Arial"/>
                <a:cs typeface="Arial"/>
              </a:defRPr>
            </a:lvl3pPr>
            <a:lvl4pPr algn="l">
              <a:defRPr sz="1125" b="0">
                <a:solidFill>
                  <a:srgbClr val="64705F"/>
                </a:solidFill>
                <a:latin typeface="Arial"/>
                <a:ea typeface="Arial"/>
                <a:cs typeface="Arial"/>
              </a:defRPr>
            </a:lvl4pPr>
            <a:lvl5pPr algn="l">
              <a:defRPr sz="1125" b="0">
                <a:solidFill>
                  <a:srgbClr val="64705F"/>
                </a:solidFill>
                <a:latin typeface="Arial"/>
                <a:ea typeface="Arial"/>
                <a:cs typeface="Arial"/>
              </a:defRPr>
            </a:lvl5pPr>
            <a:lvl6pPr algn="l">
              <a:defRPr sz="1125" b="0">
                <a:solidFill>
                  <a:srgbClr val="64705F"/>
                </a:solidFill>
                <a:latin typeface="Arial"/>
                <a:ea typeface="Arial"/>
                <a:cs typeface="Arial"/>
              </a:defRPr>
            </a:lvl6pPr>
            <a:lvl7pPr algn="l">
              <a:defRPr sz="1125" b="0">
                <a:solidFill>
                  <a:srgbClr val="64705F"/>
                </a:solidFill>
                <a:latin typeface="Arial"/>
                <a:ea typeface="Arial"/>
                <a:cs typeface="Arial"/>
              </a:defRPr>
            </a:lvl7pPr>
            <a:lvl8pPr algn="l">
              <a:defRPr sz="1125" b="0">
                <a:solidFill>
                  <a:srgbClr val="64705F"/>
                </a:solidFill>
                <a:latin typeface="Arial"/>
                <a:ea typeface="Arial"/>
                <a:cs typeface="Arial"/>
              </a:defRPr>
            </a:lvl8pPr>
            <a:lvl9pPr algn="l">
              <a:defRPr sz="1125" b="0">
                <a:solidFill>
                  <a:srgbClr val="64705F"/>
                </a:solidFill>
                <a:latin typeface="Arial"/>
                <a:ea typeface="Arial"/>
                <a:cs typeface="Arial"/>
              </a:defRPr>
            </a:lvl9pPr>
          </a:lstStyle>
          <a:p xmlns:a="http://schemas.openxmlformats.org/drawingml/2006/main">
            <a:pPr algn="l">
              <a:defRPr sz="1125" b="0">
                <a:solidFill>
                  <a:srgbClr val="64705F"/>
                </a:solidFill>
                <a:latin typeface="Arial"/>
                <a:ea typeface="Arial"/>
                <a:cs typeface="Arial"/>
              </a:defRPr>
            </a:pPr>
            <a:r>
              <a:rPr sz="1125" b="0">
                <a:solidFill>
                  <a:srgbClr val="64705F"/>
                </a:solidFill>
                <a:latin typeface="Arial"/>
                <a:ea typeface="Arial"/>
                <a:cs typeface="Arial"/>
              </a:rPr>
              <a:t>Close</a:t>
            </a:r>
          </a:p>
        </p:txBody>
      </p:sp>
      <p:sp>
        <p:nvSpPr>
          <p:cNvPr id="22" name="text-312">
            <a:extLst xmlns:a="http://schemas.openxmlformats.org/drawingml/2006/main">
              <a:ext uri="{FF2B5EF4-FFF2-40B4-BE49-F238E27FC236}">
                <a16:creationId xmlns:a16="http://schemas.microsoft.com/office/drawing/2014/main" id="{8632547D-6C19-43BB-8BE9-F6C00E7DAEF0}"/>
              </a:ext>
            </a:extLst>
          </p:cNvPr>
          <p:cNvSpPr>
            <a:spLocks xmlns:a="http://schemas.openxmlformats.org/drawingml/2006/main" noGrp="1"/>
          </p:cNvSpPr>
          <p:nvPr/>
        </p:nvSpPr>
        <p:spPr>
          <a:xfrm xmlns:a="http://schemas.openxmlformats.org/drawingml/2006/main">
            <a:off x="8896350" y="16573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4705F"/>
                </a:solidFill>
                <a:latin typeface="Arial"/>
                <a:ea typeface="Arial"/>
                <a:cs typeface="Arial"/>
              </a:defRPr>
            </a:defPPr>
            <a:lvl1pPr algn="l">
              <a:defRPr sz="1050" b="1">
                <a:solidFill>
                  <a:srgbClr val="64705F"/>
                </a:solidFill>
                <a:latin typeface="Arial"/>
                <a:ea typeface="Arial"/>
                <a:cs typeface="Arial"/>
              </a:defRPr>
            </a:lvl1pPr>
            <a:lvl2pPr algn="l">
              <a:defRPr sz="1050" b="1">
                <a:solidFill>
                  <a:srgbClr val="64705F"/>
                </a:solidFill>
                <a:latin typeface="Arial"/>
                <a:ea typeface="Arial"/>
                <a:cs typeface="Arial"/>
              </a:defRPr>
            </a:lvl2pPr>
            <a:lvl3pPr algn="l">
              <a:defRPr sz="1050" b="1">
                <a:solidFill>
                  <a:srgbClr val="64705F"/>
                </a:solidFill>
                <a:latin typeface="Arial"/>
                <a:ea typeface="Arial"/>
                <a:cs typeface="Arial"/>
              </a:defRPr>
            </a:lvl3pPr>
            <a:lvl4pPr algn="l">
              <a:defRPr sz="1050" b="1">
                <a:solidFill>
                  <a:srgbClr val="64705F"/>
                </a:solidFill>
                <a:latin typeface="Arial"/>
                <a:ea typeface="Arial"/>
                <a:cs typeface="Arial"/>
              </a:defRPr>
            </a:lvl4pPr>
            <a:lvl5pPr algn="l">
              <a:defRPr sz="1050" b="1">
                <a:solidFill>
                  <a:srgbClr val="64705F"/>
                </a:solidFill>
                <a:latin typeface="Arial"/>
                <a:ea typeface="Arial"/>
                <a:cs typeface="Arial"/>
              </a:defRPr>
            </a:lvl5pPr>
            <a:lvl6pPr algn="l">
              <a:defRPr sz="1050" b="1">
                <a:solidFill>
                  <a:srgbClr val="64705F"/>
                </a:solidFill>
                <a:latin typeface="Arial"/>
                <a:ea typeface="Arial"/>
                <a:cs typeface="Arial"/>
              </a:defRPr>
            </a:lvl6pPr>
            <a:lvl7pPr algn="l">
              <a:defRPr sz="1050" b="1">
                <a:solidFill>
                  <a:srgbClr val="64705F"/>
                </a:solidFill>
                <a:latin typeface="Arial"/>
                <a:ea typeface="Arial"/>
                <a:cs typeface="Arial"/>
              </a:defRPr>
            </a:lvl7pPr>
            <a:lvl8pPr algn="l">
              <a:defRPr sz="1050" b="1">
                <a:solidFill>
                  <a:srgbClr val="64705F"/>
                </a:solidFill>
                <a:latin typeface="Arial"/>
                <a:ea typeface="Arial"/>
                <a:cs typeface="Arial"/>
              </a:defRPr>
            </a:lvl8pPr>
            <a:lvl9pPr algn="l">
              <a:defRPr sz="1050" b="1">
                <a:solidFill>
                  <a:srgbClr val="64705F"/>
                </a:solidFill>
                <a:latin typeface="Arial"/>
                <a:ea typeface="Arial"/>
                <a:cs typeface="Arial"/>
              </a:defRPr>
            </a:lvl9pPr>
          </a:lstStyle>
          <a:p xmlns:a="http://schemas.openxmlformats.org/drawingml/2006/main">
            <a:pPr algn="l">
              <a:defRPr sz="1050" b="1">
                <a:solidFill>
                  <a:srgbClr val="64705F"/>
                </a:solidFill>
                <a:latin typeface="Arial"/>
                <a:ea typeface="Arial"/>
                <a:cs typeface="Arial"/>
              </a:defRPr>
            </a:pPr>
            <a:r>
              <a:rPr sz="1050" b="1">
                <a:solidFill>
                  <a:srgbClr val="64705F"/>
                </a:solidFill>
                <a:latin typeface="Arial"/>
                <a:ea typeface="Arial"/>
                <a:cs typeface="Arial"/>
              </a:rPr>
              <a:t>RECOVERY</a:t>
            </a:r>
          </a:p>
        </p:txBody>
      </p:sp>
      <p:sp>
        <p:nvSpPr>
          <p:cNvPr id="23" name="text-314">
            <a:extLst xmlns:a="http://schemas.openxmlformats.org/drawingml/2006/main">
              <a:ext uri="{FF2B5EF4-FFF2-40B4-BE49-F238E27FC236}">
                <a16:creationId xmlns:a16="http://schemas.microsoft.com/office/drawing/2014/main" id="{627B1BF1-F442-4F6A-BFC5-8BD10757B417}"/>
              </a:ext>
            </a:extLst>
          </p:cNvPr>
          <p:cNvSpPr>
            <a:spLocks xmlns:a="http://schemas.openxmlformats.org/drawingml/2006/main" noGrp="1"/>
          </p:cNvSpPr>
          <p:nvPr/>
        </p:nvSpPr>
        <p:spPr>
          <a:xfrm xmlns:a="http://schemas.openxmlformats.org/drawingml/2006/main">
            <a:off x="8896350" y="2095500"/>
            <a:ext cx="2781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93930"/>
                </a:solidFill>
                <a:latin typeface="Arial"/>
                <a:ea typeface="Arial"/>
                <a:cs typeface="Arial"/>
              </a:defRPr>
            </a:defPPr>
            <a:lvl1pPr algn="l">
              <a:defRPr sz="2025" b="1">
                <a:solidFill>
                  <a:srgbClr val="293930"/>
                </a:solidFill>
                <a:latin typeface="Arial"/>
                <a:ea typeface="Arial"/>
                <a:cs typeface="Arial"/>
              </a:defRPr>
            </a:lvl1pPr>
            <a:lvl2pPr algn="l">
              <a:defRPr sz="2025" b="1">
                <a:solidFill>
                  <a:srgbClr val="293930"/>
                </a:solidFill>
                <a:latin typeface="Arial"/>
                <a:ea typeface="Arial"/>
                <a:cs typeface="Arial"/>
              </a:defRPr>
            </a:lvl2pPr>
            <a:lvl3pPr algn="l">
              <a:defRPr sz="2025" b="1">
                <a:solidFill>
                  <a:srgbClr val="293930"/>
                </a:solidFill>
                <a:latin typeface="Arial"/>
                <a:ea typeface="Arial"/>
                <a:cs typeface="Arial"/>
              </a:defRPr>
            </a:lvl3pPr>
            <a:lvl4pPr algn="l">
              <a:defRPr sz="2025" b="1">
                <a:solidFill>
                  <a:srgbClr val="293930"/>
                </a:solidFill>
                <a:latin typeface="Arial"/>
                <a:ea typeface="Arial"/>
                <a:cs typeface="Arial"/>
              </a:defRPr>
            </a:lvl4pPr>
            <a:lvl5pPr algn="l">
              <a:defRPr sz="2025" b="1">
                <a:solidFill>
                  <a:srgbClr val="293930"/>
                </a:solidFill>
                <a:latin typeface="Arial"/>
                <a:ea typeface="Arial"/>
                <a:cs typeface="Arial"/>
              </a:defRPr>
            </a:lvl5pPr>
            <a:lvl6pPr algn="l">
              <a:defRPr sz="2025" b="1">
                <a:solidFill>
                  <a:srgbClr val="293930"/>
                </a:solidFill>
                <a:latin typeface="Arial"/>
                <a:ea typeface="Arial"/>
                <a:cs typeface="Arial"/>
              </a:defRPr>
            </a:lvl6pPr>
            <a:lvl7pPr algn="l">
              <a:defRPr sz="2025" b="1">
                <a:solidFill>
                  <a:srgbClr val="293930"/>
                </a:solidFill>
                <a:latin typeface="Arial"/>
                <a:ea typeface="Arial"/>
                <a:cs typeface="Arial"/>
              </a:defRPr>
            </a:lvl7pPr>
            <a:lvl8pPr algn="l">
              <a:defRPr sz="2025" b="1">
                <a:solidFill>
                  <a:srgbClr val="293930"/>
                </a:solidFill>
                <a:latin typeface="Arial"/>
                <a:ea typeface="Arial"/>
                <a:cs typeface="Arial"/>
              </a:defRPr>
            </a:lvl8pPr>
            <a:lvl9pPr algn="l">
              <a:defRPr sz="2025" b="1">
                <a:solidFill>
                  <a:srgbClr val="293930"/>
                </a:solidFill>
                <a:latin typeface="Arial"/>
                <a:ea typeface="Arial"/>
                <a:cs typeface="Arial"/>
              </a:defRPr>
            </a:lvl9pPr>
          </a:lstStyle>
          <a:p xmlns:a="http://schemas.openxmlformats.org/drawingml/2006/main">
            <a:pPr algn="l">
              <a:defRPr sz="2025" b="1">
                <a:solidFill>
                  <a:srgbClr val="293930"/>
                </a:solidFill>
                <a:latin typeface="Arial"/>
                <a:ea typeface="Arial"/>
                <a:cs typeface="Arial"/>
              </a:defRPr>
            </a:pPr>
            <a:r>
              <a:rPr sz="2025" b="1">
                <a:solidFill>
                  <a:srgbClr val="293930"/>
                </a:solidFill>
                <a:latin typeface="Arial"/>
                <a:ea typeface="Arial"/>
                <a:cs typeface="Arial"/>
              </a:rPr>
              <a:t>No silent loss of the note</a:t>
            </a:r>
          </a:p>
        </p:txBody>
      </p:sp>
      <p:sp>
        <p:nvSpPr>
          <p:cNvPr id="24" name="text-316">
            <a:extLst xmlns:a="http://schemas.openxmlformats.org/drawingml/2006/main">
              <a:ext uri="{FF2B5EF4-FFF2-40B4-BE49-F238E27FC236}">
                <a16:creationId xmlns:a16="http://schemas.microsoft.com/office/drawing/2014/main" id="{EDF00B8B-BA47-4F37-86ED-C88AA680BA4B}"/>
              </a:ext>
            </a:extLst>
          </p:cNvPr>
          <p:cNvSpPr>
            <a:spLocks xmlns:a="http://schemas.openxmlformats.org/drawingml/2006/main" noGrp="1"/>
          </p:cNvSpPr>
          <p:nvPr/>
        </p:nvSpPr>
        <p:spPr>
          <a:xfrm xmlns:a="http://schemas.openxmlformats.org/drawingml/2006/main">
            <a:off x="8896350" y="3505200"/>
            <a:ext cx="27432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93930"/>
                </a:solidFill>
                <a:latin typeface="Arial"/>
                <a:ea typeface="Arial"/>
                <a:cs typeface="Arial"/>
              </a:defRPr>
            </a:defPPr>
            <a:lvl1pPr algn="l">
              <a:defRPr sz="1500" b="0">
                <a:solidFill>
                  <a:srgbClr val="293930"/>
                </a:solidFill>
                <a:latin typeface="Arial"/>
                <a:ea typeface="Arial"/>
                <a:cs typeface="Arial"/>
              </a:defRPr>
            </a:lvl1pPr>
            <a:lvl2pPr algn="l">
              <a:defRPr sz="1500" b="0">
                <a:solidFill>
                  <a:srgbClr val="293930"/>
                </a:solidFill>
                <a:latin typeface="Arial"/>
                <a:ea typeface="Arial"/>
                <a:cs typeface="Arial"/>
              </a:defRPr>
            </a:lvl2pPr>
            <a:lvl3pPr algn="l">
              <a:defRPr sz="1500" b="0">
                <a:solidFill>
                  <a:srgbClr val="293930"/>
                </a:solidFill>
                <a:latin typeface="Arial"/>
                <a:ea typeface="Arial"/>
                <a:cs typeface="Arial"/>
              </a:defRPr>
            </a:lvl3pPr>
            <a:lvl4pPr algn="l">
              <a:defRPr sz="1500" b="0">
                <a:solidFill>
                  <a:srgbClr val="293930"/>
                </a:solidFill>
                <a:latin typeface="Arial"/>
                <a:ea typeface="Arial"/>
                <a:cs typeface="Arial"/>
              </a:defRPr>
            </a:lvl4pPr>
            <a:lvl5pPr algn="l">
              <a:defRPr sz="1500" b="0">
                <a:solidFill>
                  <a:srgbClr val="293930"/>
                </a:solidFill>
                <a:latin typeface="Arial"/>
                <a:ea typeface="Arial"/>
                <a:cs typeface="Arial"/>
              </a:defRPr>
            </a:lvl5pPr>
            <a:lvl6pPr algn="l">
              <a:defRPr sz="1500" b="0">
                <a:solidFill>
                  <a:srgbClr val="293930"/>
                </a:solidFill>
                <a:latin typeface="Arial"/>
                <a:ea typeface="Arial"/>
                <a:cs typeface="Arial"/>
              </a:defRPr>
            </a:lvl6pPr>
            <a:lvl7pPr algn="l">
              <a:defRPr sz="1500" b="0">
                <a:solidFill>
                  <a:srgbClr val="293930"/>
                </a:solidFill>
                <a:latin typeface="Arial"/>
                <a:ea typeface="Arial"/>
                <a:cs typeface="Arial"/>
              </a:defRPr>
            </a:lvl7pPr>
            <a:lvl8pPr algn="l">
              <a:defRPr sz="1500" b="0">
                <a:solidFill>
                  <a:srgbClr val="293930"/>
                </a:solidFill>
                <a:latin typeface="Arial"/>
                <a:ea typeface="Arial"/>
                <a:cs typeface="Arial"/>
              </a:defRPr>
            </a:lvl8pPr>
            <a:lvl9pPr algn="l">
              <a:defRPr sz="1500" b="0">
                <a:solidFill>
                  <a:srgbClr val="293930"/>
                </a:solidFill>
                <a:latin typeface="Arial"/>
                <a:ea typeface="Arial"/>
                <a:cs typeface="Arial"/>
              </a:defRPr>
            </a:lvl9pPr>
          </a:lstStyle>
          <a:p xmlns:a="http://schemas.openxmlformats.org/drawingml/2006/main">
            <a:pPr algn="l">
              <a:defRPr sz="1500" b="0">
                <a:solidFill>
                  <a:srgbClr val="293930"/>
                </a:solidFill>
                <a:latin typeface="Arial"/>
                <a:ea typeface="Arial"/>
                <a:cs typeface="Arial"/>
              </a:defRPr>
            </a:pPr>
            <a:r>
              <a:rPr sz="1500" b="0">
                <a:solidFill>
                  <a:srgbClr val="293930"/>
                </a:solidFill>
                <a:latin typeface="Arial"/>
                <a:ea typeface="Arial"/>
                <a:cs typeface="Arial"/>
              </a:rPr>
              <a:t>A failed export keeps the dialog open. Try download again uses the same captured image and text.</a:t>
            </a:r>
          </a:p>
        </p:txBody>
      </p:sp>
      <p:sp>
        <p:nvSpPr>
          <p:cNvPr id="25" name="shape-317">
            <a:extLst xmlns:a="http://schemas.openxmlformats.org/drawingml/2006/main">
              <a:ext uri="{FF2B5EF4-FFF2-40B4-BE49-F238E27FC236}">
                <a16:creationId xmlns:a16="http://schemas.microsoft.com/office/drawing/2014/main" id="{CBCBF502-6417-4010-942E-9B19A4A923D0}"/>
              </a:ext>
            </a:extLst>
          </p:cNvPr>
          <p:cNvSpPr>
            <a:spLocks xmlns:a="http://schemas.openxmlformats.org/drawingml/2006/main" noGrp="1"/>
          </p:cNvSpPr>
          <p:nvPr/>
        </p:nvSpPr>
        <p:spPr>
          <a:xfrm xmlns:a="http://schemas.openxmlformats.org/drawingml/2006/main">
            <a:off x="8896350" y="5067300"/>
            <a:ext cx="272415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26" name="text-319">
            <a:extLst xmlns:a="http://schemas.openxmlformats.org/drawingml/2006/main">
              <a:ext uri="{FF2B5EF4-FFF2-40B4-BE49-F238E27FC236}">
                <a16:creationId xmlns:a16="http://schemas.microsoft.com/office/drawing/2014/main" id="{03508B2E-FACC-4EE7-9E7D-B3ABC0D6550F}"/>
              </a:ext>
            </a:extLst>
          </p:cNvPr>
          <p:cNvSpPr>
            <a:spLocks xmlns:a="http://schemas.openxmlformats.org/drawingml/2006/main" noGrp="1"/>
          </p:cNvSpPr>
          <p:nvPr/>
        </p:nvSpPr>
        <p:spPr>
          <a:xfrm xmlns:a="http://schemas.openxmlformats.org/drawingml/2006/main">
            <a:off x="8896350" y="52387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05F"/>
                </a:solidFill>
                <a:latin typeface="Arial"/>
                <a:ea typeface="Arial"/>
                <a:cs typeface="Arial"/>
              </a:defRPr>
            </a:defPPr>
            <a:lvl1pPr algn="l">
              <a:defRPr sz="1275" b="0">
                <a:solidFill>
                  <a:srgbClr val="64705F"/>
                </a:solidFill>
                <a:latin typeface="Arial"/>
                <a:ea typeface="Arial"/>
                <a:cs typeface="Arial"/>
              </a:defRPr>
            </a:lvl1pPr>
            <a:lvl2pPr algn="l">
              <a:defRPr sz="1275" b="0">
                <a:solidFill>
                  <a:srgbClr val="64705F"/>
                </a:solidFill>
                <a:latin typeface="Arial"/>
                <a:ea typeface="Arial"/>
                <a:cs typeface="Arial"/>
              </a:defRPr>
            </a:lvl2pPr>
            <a:lvl3pPr algn="l">
              <a:defRPr sz="1275" b="0">
                <a:solidFill>
                  <a:srgbClr val="64705F"/>
                </a:solidFill>
                <a:latin typeface="Arial"/>
                <a:ea typeface="Arial"/>
                <a:cs typeface="Arial"/>
              </a:defRPr>
            </a:lvl3pPr>
            <a:lvl4pPr algn="l">
              <a:defRPr sz="1275" b="0">
                <a:solidFill>
                  <a:srgbClr val="64705F"/>
                </a:solidFill>
                <a:latin typeface="Arial"/>
                <a:ea typeface="Arial"/>
                <a:cs typeface="Arial"/>
              </a:defRPr>
            </a:lvl4pPr>
            <a:lvl5pPr algn="l">
              <a:defRPr sz="1275" b="0">
                <a:solidFill>
                  <a:srgbClr val="64705F"/>
                </a:solidFill>
                <a:latin typeface="Arial"/>
                <a:ea typeface="Arial"/>
                <a:cs typeface="Arial"/>
              </a:defRPr>
            </a:lvl5pPr>
            <a:lvl6pPr algn="l">
              <a:defRPr sz="1275" b="0">
                <a:solidFill>
                  <a:srgbClr val="64705F"/>
                </a:solidFill>
                <a:latin typeface="Arial"/>
                <a:ea typeface="Arial"/>
                <a:cs typeface="Arial"/>
              </a:defRPr>
            </a:lvl6pPr>
            <a:lvl7pPr algn="l">
              <a:defRPr sz="1275" b="0">
                <a:solidFill>
                  <a:srgbClr val="64705F"/>
                </a:solidFill>
                <a:latin typeface="Arial"/>
                <a:ea typeface="Arial"/>
                <a:cs typeface="Arial"/>
              </a:defRPr>
            </a:lvl7pPr>
            <a:lvl8pPr algn="l">
              <a:defRPr sz="1275" b="0">
                <a:solidFill>
                  <a:srgbClr val="64705F"/>
                </a:solidFill>
                <a:latin typeface="Arial"/>
                <a:ea typeface="Arial"/>
                <a:cs typeface="Arial"/>
              </a:defRPr>
            </a:lvl8pPr>
            <a:lvl9pPr algn="l">
              <a:defRPr sz="1275" b="0">
                <a:solidFill>
                  <a:srgbClr val="64705F"/>
                </a:solidFill>
                <a:latin typeface="Arial"/>
                <a:ea typeface="Arial"/>
                <a:cs typeface="Arial"/>
              </a:defRPr>
            </a:lvl9pPr>
          </a:lstStyle>
          <a:p xmlns:a="http://schemas.openxmlformats.org/drawingml/2006/main">
            <a:pPr algn="l">
              <a:defRPr sz="1275" b="0">
                <a:solidFill>
                  <a:srgbClr val="64705F"/>
                </a:solidFill>
                <a:latin typeface="Arial"/>
                <a:ea typeface="Arial"/>
                <a:cs typeface="Arial"/>
              </a:defRPr>
            </a:pPr>
            <a:r>
              <a:rPr sz="1275" b="0">
                <a:solidFill>
                  <a:srgbClr val="64705F"/>
                </a:solidFill>
                <a:latin typeface="Arial"/>
                <a:ea typeface="Arial"/>
                <a:cs typeface="Arial"/>
              </a:rPr>
              <a:t>If direct download is unavailable, Open image offers the browser’s own save controls.</a:t>
            </a:r>
          </a:p>
        </p:txBody>
      </p:sp>
    </p:spTree>
    <p:extLst>
      <p:ext uri="{BB962C8B-B14F-4D97-AF65-F5344CB8AC3E}">
        <p14:creationId xmlns:p14="http://schemas.microsoft.com/office/powerpoint/2010/main" val="2107540013"/>
      </p:ext>
    </p:extLst>
  </p:cSld>
</p:sld>
</file>

<file path=ppt/slides/slide10.xml><?xml version="1.0" encoding="utf-8"?>
<p:sld xmlns:p="http://schemas.openxmlformats.org/presentationml/2006/main">
  <p:cSld>
    <p:bg>
      <p:bgPr>
        <a:solidFill xmlns:a="http://schemas.openxmlformats.org/drawingml/2006/main">
          <a:srgbClr val="F3F0E6"/>
        </a:solidFill>
      </p:bgPr>
    </p:bg>
    <p:spTree>
      <p:nvGrpSpPr>
        <p:cNvPr id="1" name=""/>
        <p:cNvGrpSpPr/>
        <p:nvPr/>
      </p:nvGrpSpPr>
      <p:grpSpPr>
        <a:xfrm xmlns:a="http://schemas.openxmlformats.org/drawingml/2006/main"/>
      </p:grpSpPr>
      <p:sp>
        <p:nvSpPr>
          <p:cNvPr id="18" name="text-321">
            <a:extLst xmlns:a="http://schemas.openxmlformats.org/drawingml/2006/main">
              <a:ext uri="{FF2B5EF4-FFF2-40B4-BE49-F238E27FC236}">
                <a16:creationId xmlns:a16="http://schemas.microsoft.com/office/drawing/2014/main" id="{F65091B1-3390-4AE1-8C75-1A40E2B68C5B}"/>
              </a:ext>
            </a:extLst>
          </p:cNvPr>
          <p:cNvSpPr>
            <a:spLocks xmlns:a="http://schemas.openxmlformats.org/drawingml/2006/main" noGrp="1"/>
          </p:cNvSpPr>
          <p:nvPr/>
        </p:nvSpPr>
        <p:spPr>
          <a:xfrm xmlns:a="http://schemas.openxmlformats.org/drawingml/2006/main">
            <a:off x="457200" y="371475"/>
            <a:ext cx="11277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3930"/>
                </a:solidFill>
                <a:latin typeface="Arial"/>
                <a:ea typeface="Arial"/>
                <a:cs typeface="Arial"/>
              </a:defRPr>
            </a:defPPr>
            <a:lvl1pPr algn="l">
              <a:defRPr sz="2850" b="1">
                <a:solidFill>
                  <a:srgbClr val="293930"/>
                </a:solidFill>
                <a:latin typeface="Arial"/>
                <a:ea typeface="Arial"/>
                <a:cs typeface="Arial"/>
              </a:defRPr>
            </a:lvl1pPr>
            <a:lvl2pPr algn="l">
              <a:defRPr sz="2850" b="1">
                <a:solidFill>
                  <a:srgbClr val="293930"/>
                </a:solidFill>
                <a:latin typeface="Arial"/>
                <a:ea typeface="Arial"/>
                <a:cs typeface="Arial"/>
              </a:defRPr>
            </a:lvl2pPr>
            <a:lvl3pPr algn="l">
              <a:defRPr sz="2850" b="1">
                <a:solidFill>
                  <a:srgbClr val="293930"/>
                </a:solidFill>
                <a:latin typeface="Arial"/>
                <a:ea typeface="Arial"/>
                <a:cs typeface="Arial"/>
              </a:defRPr>
            </a:lvl3pPr>
            <a:lvl4pPr algn="l">
              <a:defRPr sz="2850" b="1">
                <a:solidFill>
                  <a:srgbClr val="293930"/>
                </a:solidFill>
                <a:latin typeface="Arial"/>
                <a:ea typeface="Arial"/>
                <a:cs typeface="Arial"/>
              </a:defRPr>
            </a:lvl4pPr>
            <a:lvl5pPr algn="l">
              <a:defRPr sz="2850" b="1">
                <a:solidFill>
                  <a:srgbClr val="293930"/>
                </a:solidFill>
                <a:latin typeface="Arial"/>
                <a:ea typeface="Arial"/>
                <a:cs typeface="Arial"/>
              </a:defRPr>
            </a:lvl5pPr>
            <a:lvl6pPr algn="l">
              <a:defRPr sz="2850" b="1">
                <a:solidFill>
                  <a:srgbClr val="293930"/>
                </a:solidFill>
                <a:latin typeface="Arial"/>
                <a:ea typeface="Arial"/>
                <a:cs typeface="Arial"/>
              </a:defRPr>
            </a:lvl6pPr>
            <a:lvl7pPr algn="l">
              <a:defRPr sz="2850" b="1">
                <a:solidFill>
                  <a:srgbClr val="293930"/>
                </a:solidFill>
                <a:latin typeface="Arial"/>
                <a:ea typeface="Arial"/>
                <a:cs typeface="Arial"/>
              </a:defRPr>
            </a:lvl7pPr>
            <a:lvl8pPr algn="l">
              <a:defRPr sz="2850" b="1">
                <a:solidFill>
                  <a:srgbClr val="293930"/>
                </a:solidFill>
                <a:latin typeface="Arial"/>
                <a:ea typeface="Arial"/>
                <a:cs typeface="Arial"/>
              </a:defRPr>
            </a:lvl8pPr>
            <a:lvl9pPr algn="l">
              <a:defRPr sz="2850" b="1">
                <a:solidFill>
                  <a:srgbClr val="293930"/>
                </a:solidFill>
                <a:latin typeface="Arial"/>
                <a:ea typeface="Arial"/>
                <a:cs typeface="Arial"/>
              </a:defRPr>
            </a:lvl9pPr>
          </a:lstStyle>
          <a:p xmlns:a="http://schemas.openxmlformats.org/drawingml/2006/main">
            <a:pPr algn="l">
              <a:defRPr sz="2850" b="1">
                <a:solidFill>
                  <a:srgbClr val="293930"/>
                </a:solidFill>
                <a:latin typeface="Arial"/>
                <a:ea typeface="Arial"/>
                <a:cs typeface="Arial"/>
              </a:defRPr>
            </a:pPr>
            <a:r>
              <a:rPr sz="2850" b="1">
                <a:solidFill>
                  <a:srgbClr val="293930"/>
                </a:solidFill>
                <a:latin typeface="Arial"/>
                <a:ea typeface="Arial"/>
                <a:cs typeface="Arial"/>
              </a:rPr>
              <a:t>The first release has a narrow finish line</a:t>
            </a:r>
          </a:p>
        </p:txBody>
      </p:sp>
      <p:sp>
        <p:nvSpPr>
          <p:cNvPr id="2" name="text-323">
            <a:extLst xmlns:a="http://schemas.openxmlformats.org/drawingml/2006/main">
              <a:ext uri="{FF2B5EF4-FFF2-40B4-BE49-F238E27FC236}">
                <a16:creationId xmlns:a16="http://schemas.microsoft.com/office/drawing/2014/main" id="{FEDAE46B-B6FC-4246-90C2-AA4C57A6700F}"/>
              </a:ext>
            </a:extLst>
          </p:cNvPr>
          <p:cNvSpPr>
            <a:spLocks xmlns:a="http://schemas.openxmlformats.org/drawingml/2006/main" noGrp="1"/>
          </p:cNvSpPr>
          <p:nvPr/>
        </p:nvSpPr>
        <p:spPr>
          <a:xfrm xmlns:a="http://schemas.openxmlformats.org/drawingml/2006/main">
            <a:off x="476250" y="9810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4705F"/>
                </a:solidFill>
                <a:latin typeface="Arial"/>
                <a:ea typeface="Arial"/>
                <a:cs typeface="Arial"/>
              </a:defRPr>
            </a:defPPr>
            <a:lvl1pPr algn="l">
              <a:defRPr sz="1425" b="0">
                <a:solidFill>
                  <a:srgbClr val="64705F"/>
                </a:solidFill>
                <a:latin typeface="Arial"/>
                <a:ea typeface="Arial"/>
                <a:cs typeface="Arial"/>
              </a:defRPr>
            </a:lvl1pPr>
            <a:lvl2pPr algn="l">
              <a:defRPr sz="1425" b="0">
                <a:solidFill>
                  <a:srgbClr val="64705F"/>
                </a:solidFill>
                <a:latin typeface="Arial"/>
                <a:ea typeface="Arial"/>
                <a:cs typeface="Arial"/>
              </a:defRPr>
            </a:lvl2pPr>
            <a:lvl3pPr algn="l">
              <a:defRPr sz="1425" b="0">
                <a:solidFill>
                  <a:srgbClr val="64705F"/>
                </a:solidFill>
                <a:latin typeface="Arial"/>
                <a:ea typeface="Arial"/>
                <a:cs typeface="Arial"/>
              </a:defRPr>
            </a:lvl3pPr>
            <a:lvl4pPr algn="l">
              <a:defRPr sz="1425" b="0">
                <a:solidFill>
                  <a:srgbClr val="64705F"/>
                </a:solidFill>
                <a:latin typeface="Arial"/>
                <a:ea typeface="Arial"/>
                <a:cs typeface="Arial"/>
              </a:defRPr>
            </a:lvl4pPr>
            <a:lvl5pPr algn="l">
              <a:defRPr sz="1425" b="0">
                <a:solidFill>
                  <a:srgbClr val="64705F"/>
                </a:solidFill>
                <a:latin typeface="Arial"/>
                <a:ea typeface="Arial"/>
                <a:cs typeface="Arial"/>
              </a:defRPr>
            </a:lvl5pPr>
            <a:lvl6pPr algn="l">
              <a:defRPr sz="1425" b="0">
                <a:solidFill>
                  <a:srgbClr val="64705F"/>
                </a:solidFill>
                <a:latin typeface="Arial"/>
                <a:ea typeface="Arial"/>
                <a:cs typeface="Arial"/>
              </a:defRPr>
            </a:lvl6pPr>
            <a:lvl7pPr algn="l">
              <a:defRPr sz="1425" b="0">
                <a:solidFill>
                  <a:srgbClr val="64705F"/>
                </a:solidFill>
                <a:latin typeface="Arial"/>
                <a:ea typeface="Arial"/>
                <a:cs typeface="Arial"/>
              </a:defRPr>
            </a:lvl7pPr>
            <a:lvl8pPr algn="l">
              <a:defRPr sz="1425" b="0">
                <a:solidFill>
                  <a:srgbClr val="64705F"/>
                </a:solidFill>
                <a:latin typeface="Arial"/>
                <a:ea typeface="Arial"/>
                <a:cs typeface="Arial"/>
              </a:defRPr>
            </a:lvl8pPr>
            <a:lvl9pPr algn="l">
              <a:defRPr sz="1425" b="0">
                <a:solidFill>
                  <a:srgbClr val="64705F"/>
                </a:solidFill>
                <a:latin typeface="Arial"/>
                <a:ea typeface="Arial"/>
                <a:cs typeface="Arial"/>
              </a:defRPr>
            </a:lvl9pPr>
          </a:lstStyle>
          <a:p xmlns:a="http://schemas.openxmlformats.org/drawingml/2006/main">
            <a:pPr algn="l">
              <a:defRPr sz="1425" b="0">
                <a:solidFill>
                  <a:srgbClr val="64705F"/>
                </a:solidFill>
                <a:latin typeface="Arial"/>
                <a:ea typeface="Arial"/>
                <a:cs typeface="Arial"/>
              </a:defRPr>
            </a:pPr>
            <a:r>
              <a:rPr sz="1425" b="0">
                <a:solidFill>
                  <a:srgbClr val="64705F"/>
                </a:solidFill>
                <a:latin typeface="Arial"/>
                <a:ea typeface="Arial"/>
                <a:cs typeface="Arial"/>
              </a:rPr>
              <a:t>A capture, an optional note, and one downloadable image</a:t>
            </a:r>
          </a:p>
        </p:txBody>
      </p:sp>
      <p:sp>
        <p:nvSpPr>
          <p:cNvPr id="3" name="shape-324">
            <a:extLst xmlns:a="http://schemas.openxmlformats.org/drawingml/2006/main">
              <a:ext uri="{FF2B5EF4-FFF2-40B4-BE49-F238E27FC236}">
                <a16:creationId xmlns:a16="http://schemas.microsoft.com/office/drawing/2014/main" id="{50425DFE-E986-4BDF-A0F9-99D4878A6789}"/>
              </a:ext>
            </a:extLst>
          </p:cNvPr>
          <p:cNvSpPr>
            <a:spLocks xmlns:a="http://schemas.openxmlformats.org/drawingml/2006/main" noGrp="1"/>
          </p:cNvSpPr>
          <p:nvPr/>
        </p:nvSpPr>
        <p:spPr>
          <a:xfrm xmlns:a="http://schemas.openxmlformats.org/drawingml/2006/main">
            <a:off x="457200" y="6438900"/>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4" name="text-326">
            <a:extLst xmlns:a="http://schemas.openxmlformats.org/drawingml/2006/main">
              <a:ext uri="{FF2B5EF4-FFF2-40B4-BE49-F238E27FC236}">
                <a16:creationId xmlns:a16="http://schemas.microsoft.com/office/drawing/2014/main" id="{69CD77AE-76CF-4FED-9CFD-82845240426F}"/>
              </a:ext>
            </a:extLst>
          </p:cNvPr>
          <p:cNvSpPr>
            <a:spLocks xmlns:a="http://schemas.openxmlformats.org/drawingml/2006/main" noGrp="1"/>
          </p:cNvSpPr>
          <p:nvPr/>
        </p:nvSpPr>
        <p:spPr>
          <a:xfrm xmlns:a="http://schemas.openxmlformats.org/drawingml/2006/main">
            <a:off x="457200" y="65532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4705F"/>
                </a:solidFill>
                <a:latin typeface="Arial"/>
                <a:ea typeface="Arial"/>
                <a:cs typeface="Arial"/>
              </a:defRPr>
            </a:defPPr>
            <a:lvl1pPr algn="l">
              <a:defRPr sz="825" b="0">
                <a:solidFill>
                  <a:srgbClr val="64705F"/>
                </a:solidFill>
                <a:latin typeface="Arial"/>
                <a:ea typeface="Arial"/>
                <a:cs typeface="Arial"/>
              </a:defRPr>
            </a:lvl1pPr>
            <a:lvl2pPr algn="l">
              <a:defRPr sz="825" b="0">
                <a:solidFill>
                  <a:srgbClr val="64705F"/>
                </a:solidFill>
                <a:latin typeface="Arial"/>
                <a:ea typeface="Arial"/>
                <a:cs typeface="Arial"/>
              </a:defRPr>
            </a:lvl2pPr>
            <a:lvl3pPr algn="l">
              <a:defRPr sz="825" b="0">
                <a:solidFill>
                  <a:srgbClr val="64705F"/>
                </a:solidFill>
                <a:latin typeface="Arial"/>
                <a:ea typeface="Arial"/>
                <a:cs typeface="Arial"/>
              </a:defRPr>
            </a:lvl3pPr>
            <a:lvl4pPr algn="l">
              <a:defRPr sz="825" b="0">
                <a:solidFill>
                  <a:srgbClr val="64705F"/>
                </a:solidFill>
                <a:latin typeface="Arial"/>
                <a:ea typeface="Arial"/>
                <a:cs typeface="Arial"/>
              </a:defRPr>
            </a:lvl4pPr>
            <a:lvl5pPr algn="l">
              <a:defRPr sz="825" b="0">
                <a:solidFill>
                  <a:srgbClr val="64705F"/>
                </a:solidFill>
                <a:latin typeface="Arial"/>
                <a:ea typeface="Arial"/>
                <a:cs typeface="Arial"/>
              </a:defRPr>
            </a:lvl5pPr>
            <a:lvl6pPr algn="l">
              <a:defRPr sz="825" b="0">
                <a:solidFill>
                  <a:srgbClr val="64705F"/>
                </a:solidFill>
                <a:latin typeface="Arial"/>
                <a:ea typeface="Arial"/>
                <a:cs typeface="Arial"/>
              </a:defRPr>
            </a:lvl6pPr>
            <a:lvl7pPr algn="l">
              <a:defRPr sz="825" b="0">
                <a:solidFill>
                  <a:srgbClr val="64705F"/>
                </a:solidFill>
                <a:latin typeface="Arial"/>
                <a:ea typeface="Arial"/>
                <a:cs typeface="Arial"/>
              </a:defRPr>
            </a:lvl7pPr>
            <a:lvl8pPr algn="l">
              <a:defRPr sz="825" b="0">
                <a:solidFill>
                  <a:srgbClr val="64705F"/>
                </a:solidFill>
                <a:latin typeface="Arial"/>
                <a:ea typeface="Arial"/>
                <a:cs typeface="Arial"/>
              </a:defRPr>
            </a:lvl8pPr>
            <a:lvl9pPr algn="l">
              <a:defRPr sz="825" b="0">
                <a:solidFill>
                  <a:srgbClr val="64705F"/>
                </a:solidFill>
                <a:latin typeface="Arial"/>
                <a:ea typeface="Arial"/>
                <a:cs typeface="Arial"/>
              </a:defRPr>
            </a:lvl9pPr>
          </a:lstStyle>
          <a:p xmlns:a="http://schemas.openxmlformats.org/drawingml/2006/main">
            <a:pPr algn="l">
              <a:defRPr sz="825" b="0">
                <a:solidFill>
                  <a:srgbClr val="64705F"/>
                </a:solidFill>
                <a:latin typeface="Arial"/>
                <a:ea typeface="Arial"/>
                <a:cs typeface="Arial"/>
              </a:defRPr>
            </a:pPr>
            <a:r>
              <a:rPr sz="825" b="0">
                <a:solidFill>
                  <a:srgbClr val="64705F"/>
                </a:solidFill>
                <a:latin typeface="Arial"/>
                <a:ea typeface="Arial"/>
                <a:cs typeface="Arial"/>
              </a:rPr>
              <a:t>A VIEW / PROPOSED FEATURE STORYBOARD</a:t>
            </a:r>
          </a:p>
        </p:txBody>
      </p:sp>
      <p:sp>
        <p:nvSpPr>
          <p:cNvPr id="5" name="text-328">
            <a:extLst xmlns:a="http://schemas.openxmlformats.org/drawingml/2006/main">
              <a:ext uri="{FF2B5EF4-FFF2-40B4-BE49-F238E27FC236}">
                <a16:creationId xmlns:a16="http://schemas.microsoft.com/office/drawing/2014/main" id="{51E73703-FD18-453A-A58F-97B1289D0633}"/>
              </a:ext>
            </a:extLst>
          </p:cNvPr>
          <p:cNvSpPr>
            <a:spLocks xmlns:a="http://schemas.openxmlformats.org/drawingml/2006/main" noGrp="1"/>
          </p:cNvSpPr>
          <p:nvPr/>
        </p:nvSpPr>
        <p:spPr>
          <a:xfrm xmlns:a="http://schemas.openxmlformats.org/drawingml/2006/main">
            <a:off x="11239500" y="65246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75" b="0">
                <a:solidFill>
                  <a:srgbClr val="64705F"/>
                </a:solidFill>
                <a:latin typeface="Arial"/>
                <a:ea typeface="Arial"/>
                <a:cs typeface="Arial"/>
              </a:defRPr>
            </a:defPPr>
            <a:lvl1pPr algn="r">
              <a:defRPr sz="975" b="0">
                <a:solidFill>
                  <a:srgbClr val="64705F"/>
                </a:solidFill>
                <a:latin typeface="Arial"/>
                <a:ea typeface="Arial"/>
                <a:cs typeface="Arial"/>
              </a:defRPr>
            </a:lvl1pPr>
            <a:lvl2pPr algn="r">
              <a:defRPr sz="975" b="0">
                <a:solidFill>
                  <a:srgbClr val="64705F"/>
                </a:solidFill>
                <a:latin typeface="Arial"/>
                <a:ea typeface="Arial"/>
                <a:cs typeface="Arial"/>
              </a:defRPr>
            </a:lvl2pPr>
            <a:lvl3pPr algn="r">
              <a:defRPr sz="975" b="0">
                <a:solidFill>
                  <a:srgbClr val="64705F"/>
                </a:solidFill>
                <a:latin typeface="Arial"/>
                <a:ea typeface="Arial"/>
                <a:cs typeface="Arial"/>
              </a:defRPr>
            </a:lvl3pPr>
            <a:lvl4pPr algn="r">
              <a:defRPr sz="975" b="0">
                <a:solidFill>
                  <a:srgbClr val="64705F"/>
                </a:solidFill>
                <a:latin typeface="Arial"/>
                <a:ea typeface="Arial"/>
                <a:cs typeface="Arial"/>
              </a:defRPr>
            </a:lvl4pPr>
            <a:lvl5pPr algn="r">
              <a:defRPr sz="975" b="0">
                <a:solidFill>
                  <a:srgbClr val="64705F"/>
                </a:solidFill>
                <a:latin typeface="Arial"/>
                <a:ea typeface="Arial"/>
                <a:cs typeface="Arial"/>
              </a:defRPr>
            </a:lvl5pPr>
            <a:lvl6pPr algn="r">
              <a:defRPr sz="975" b="0">
                <a:solidFill>
                  <a:srgbClr val="64705F"/>
                </a:solidFill>
                <a:latin typeface="Arial"/>
                <a:ea typeface="Arial"/>
                <a:cs typeface="Arial"/>
              </a:defRPr>
            </a:lvl6pPr>
            <a:lvl7pPr algn="r">
              <a:defRPr sz="975" b="0">
                <a:solidFill>
                  <a:srgbClr val="64705F"/>
                </a:solidFill>
                <a:latin typeface="Arial"/>
                <a:ea typeface="Arial"/>
                <a:cs typeface="Arial"/>
              </a:defRPr>
            </a:lvl7pPr>
            <a:lvl8pPr algn="r">
              <a:defRPr sz="975" b="0">
                <a:solidFill>
                  <a:srgbClr val="64705F"/>
                </a:solidFill>
                <a:latin typeface="Arial"/>
                <a:ea typeface="Arial"/>
                <a:cs typeface="Arial"/>
              </a:defRPr>
            </a:lvl8pPr>
            <a:lvl9pPr algn="r">
              <a:defRPr sz="975" b="0">
                <a:solidFill>
                  <a:srgbClr val="64705F"/>
                </a:solidFill>
                <a:latin typeface="Arial"/>
                <a:ea typeface="Arial"/>
                <a:cs typeface="Arial"/>
              </a:defRPr>
            </a:lvl9pPr>
          </a:lstStyle>
          <a:p xmlns:a="http://schemas.openxmlformats.org/drawingml/2006/main">
            <a:pPr algn="r">
              <a:defRPr sz="975" b="0">
                <a:solidFill>
                  <a:srgbClr val="64705F"/>
                </a:solidFill>
                <a:latin typeface="Arial"/>
                <a:ea typeface="Arial"/>
                <a:cs typeface="Arial"/>
              </a:defRPr>
            </a:pPr>
            <a:r>
              <a:rPr sz="975" b="0">
                <a:solidFill>
                  <a:srgbClr val="64705F"/>
                </a:solidFill>
                <a:latin typeface="Arial"/>
                <a:ea typeface="Arial"/>
                <a:cs typeface="Arial"/>
              </a:rPr>
              <a:t>10</a:t>
            </a:r>
          </a:p>
        </p:txBody>
      </p:sp>
      <p:sp>
        <p:nvSpPr>
          <p:cNvPr id="6" name="text-330">
            <a:extLst xmlns:a="http://schemas.openxmlformats.org/drawingml/2006/main">
              <a:ext uri="{FF2B5EF4-FFF2-40B4-BE49-F238E27FC236}">
                <a16:creationId xmlns:a16="http://schemas.microsoft.com/office/drawing/2014/main" id="{47D4BAA9-8BFE-4A94-B561-71B2327E0CE6}"/>
              </a:ext>
            </a:extLst>
          </p:cNvPr>
          <p:cNvSpPr>
            <a:spLocks xmlns:a="http://schemas.openxmlformats.org/drawingml/2006/main" noGrp="1"/>
          </p:cNvSpPr>
          <p:nvPr/>
        </p:nvSpPr>
        <p:spPr>
          <a:xfrm xmlns:a="http://schemas.openxmlformats.org/drawingml/2006/main">
            <a:off x="457200" y="17335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B9A26C"/>
                </a:solidFill>
                <a:latin typeface="Arial"/>
                <a:ea typeface="Arial"/>
                <a:cs typeface="Arial"/>
              </a:defRPr>
            </a:defPPr>
            <a:lvl1pPr algn="l">
              <a:defRPr sz="3600" b="1">
                <a:solidFill>
                  <a:srgbClr val="B9A26C"/>
                </a:solidFill>
                <a:latin typeface="Arial"/>
                <a:ea typeface="Arial"/>
                <a:cs typeface="Arial"/>
              </a:defRPr>
            </a:lvl1pPr>
            <a:lvl2pPr algn="l">
              <a:defRPr sz="3600" b="1">
                <a:solidFill>
                  <a:srgbClr val="B9A26C"/>
                </a:solidFill>
                <a:latin typeface="Arial"/>
                <a:ea typeface="Arial"/>
                <a:cs typeface="Arial"/>
              </a:defRPr>
            </a:lvl2pPr>
            <a:lvl3pPr algn="l">
              <a:defRPr sz="3600" b="1">
                <a:solidFill>
                  <a:srgbClr val="B9A26C"/>
                </a:solidFill>
                <a:latin typeface="Arial"/>
                <a:ea typeface="Arial"/>
                <a:cs typeface="Arial"/>
              </a:defRPr>
            </a:lvl3pPr>
            <a:lvl4pPr algn="l">
              <a:defRPr sz="3600" b="1">
                <a:solidFill>
                  <a:srgbClr val="B9A26C"/>
                </a:solidFill>
                <a:latin typeface="Arial"/>
                <a:ea typeface="Arial"/>
                <a:cs typeface="Arial"/>
              </a:defRPr>
            </a:lvl4pPr>
            <a:lvl5pPr algn="l">
              <a:defRPr sz="3600" b="1">
                <a:solidFill>
                  <a:srgbClr val="B9A26C"/>
                </a:solidFill>
                <a:latin typeface="Arial"/>
                <a:ea typeface="Arial"/>
                <a:cs typeface="Arial"/>
              </a:defRPr>
            </a:lvl5pPr>
            <a:lvl6pPr algn="l">
              <a:defRPr sz="3600" b="1">
                <a:solidFill>
                  <a:srgbClr val="B9A26C"/>
                </a:solidFill>
                <a:latin typeface="Arial"/>
                <a:ea typeface="Arial"/>
                <a:cs typeface="Arial"/>
              </a:defRPr>
            </a:lvl6pPr>
            <a:lvl7pPr algn="l">
              <a:defRPr sz="3600" b="1">
                <a:solidFill>
                  <a:srgbClr val="B9A26C"/>
                </a:solidFill>
                <a:latin typeface="Arial"/>
                <a:ea typeface="Arial"/>
                <a:cs typeface="Arial"/>
              </a:defRPr>
            </a:lvl7pPr>
            <a:lvl8pPr algn="l">
              <a:defRPr sz="3600" b="1">
                <a:solidFill>
                  <a:srgbClr val="B9A26C"/>
                </a:solidFill>
                <a:latin typeface="Arial"/>
                <a:ea typeface="Arial"/>
                <a:cs typeface="Arial"/>
              </a:defRPr>
            </a:lvl8pPr>
            <a:lvl9pPr algn="l">
              <a:defRPr sz="3600" b="1">
                <a:solidFill>
                  <a:srgbClr val="B9A26C"/>
                </a:solidFill>
                <a:latin typeface="Arial"/>
                <a:ea typeface="Arial"/>
                <a:cs typeface="Arial"/>
              </a:defRPr>
            </a:lvl9pPr>
          </a:lstStyle>
          <a:p xmlns:a="http://schemas.openxmlformats.org/drawingml/2006/main">
            <a:pPr algn="l">
              <a:defRPr sz="3600" b="1">
                <a:solidFill>
                  <a:srgbClr val="B9A26C"/>
                </a:solidFill>
                <a:latin typeface="Arial"/>
                <a:ea typeface="Arial"/>
                <a:cs typeface="Arial"/>
              </a:defRPr>
            </a:pPr>
            <a:r>
              <a:rPr sz="3600" b="1">
                <a:solidFill>
                  <a:srgbClr val="B9A26C"/>
                </a:solidFill>
                <a:latin typeface="Arial"/>
                <a:ea typeface="Arial"/>
                <a:cs typeface="Arial"/>
              </a:rPr>
              <a:t>1</a:t>
            </a:r>
          </a:p>
        </p:txBody>
      </p:sp>
      <p:sp>
        <p:nvSpPr>
          <p:cNvPr id="7" name="text-332">
            <a:extLst xmlns:a="http://schemas.openxmlformats.org/drawingml/2006/main">
              <a:ext uri="{FF2B5EF4-FFF2-40B4-BE49-F238E27FC236}">
                <a16:creationId xmlns:a16="http://schemas.microsoft.com/office/drawing/2014/main" id="{9AEBBA23-53B5-491D-BD1C-25D85559A1B3}"/>
              </a:ext>
            </a:extLst>
          </p:cNvPr>
          <p:cNvSpPr>
            <a:spLocks xmlns:a="http://schemas.openxmlformats.org/drawingml/2006/main" noGrp="1"/>
          </p:cNvSpPr>
          <p:nvPr/>
        </p:nvSpPr>
        <p:spPr>
          <a:xfrm xmlns:a="http://schemas.openxmlformats.org/drawingml/2006/main">
            <a:off x="457200" y="254317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93930"/>
                </a:solidFill>
                <a:latin typeface="Arial"/>
                <a:ea typeface="Arial"/>
                <a:cs typeface="Arial"/>
              </a:defRPr>
            </a:defPPr>
            <a:lvl1pPr algn="l">
              <a:defRPr sz="2100" b="1">
                <a:solidFill>
                  <a:srgbClr val="293930"/>
                </a:solidFill>
                <a:latin typeface="Arial"/>
                <a:ea typeface="Arial"/>
                <a:cs typeface="Arial"/>
              </a:defRPr>
            </a:lvl1pPr>
            <a:lvl2pPr algn="l">
              <a:defRPr sz="2100" b="1">
                <a:solidFill>
                  <a:srgbClr val="293930"/>
                </a:solidFill>
                <a:latin typeface="Arial"/>
                <a:ea typeface="Arial"/>
                <a:cs typeface="Arial"/>
              </a:defRPr>
            </a:lvl2pPr>
            <a:lvl3pPr algn="l">
              <a:defRPr sz="2100" b="1">
                <a:solidFill>
                  <a:srgbClr val="293930"/>
                </a:solidFill>
                <a:latin typeface="Arial"/>
                <a:ea typeface="Arial"/>
                <a:cs typeface="Arial"/>
              </a:defRPr>
            </a:lvl3pPr>
            <a:lvl4pPr algn="l">
              <a:defRPr sz="2100" b="1">
                <a:solidFill>
                  <a:srgbClr val="293930"/>
                </a:solidFill>
                <a:latin typeface="Arial"/>
                <a:ea typeface="Arial"/>
                <a:cs typeface="Arial"/>
              </a:defRPr>
            </a:lvl4pPr>
            <a:lvl5pPr algn="l">
              <a:defRPr sz="2100" b="1">
                <a:solidFill>
                  <a:srgbClr val="293930"/>
                </a:solidFill>
                <a:latin typeface="Arial"/>
                <a:ea typeface="Arial"/>
                <a:cs typeface="Arial"/>
              </a:defRPr>
            </a:lvl5pPr>
            <a:lvl6pPr algn="l">
              <a:defRPr sz="2100" b="1">
                <a:solidFill>
                  <a:srgbClr val="293930"/>
                </a:solidFill>
                <a:latin typeface="Arial"/>
                <a:ea typeface="Arial"/>
                <a:cs typeface="Arial"/>
              </a:defRPr>
            </a:lvl6pPr>
            <a:lvl7pPr algn="l">
              <a:defRPr sz="2100" b="1">
                <a:solidFill>
                  <a:srgbClr val="293930"/>
                </a:solidFill>
                <a:latin typeface="Arial"/>
                <a:ea typeface="Arial"/>
                <a:cs typeface="Arial"/>
              </a:defRPr>
            </a:lvl7pPr>
            <a:lvl8pPr algn="l">
              <a:defRPr sz="2100" b="1">
                <a:solidFill>
                  <a:srgbClr val="293930"/>
                </a:solidFill>
                <a:latin typeface="Arial"/>
                <a:ea typeface="Arial"/>
                <a:cs typeface="Arial"/>
              </a:defRPr>
            </a:lvl8pPr>
            <a:lvl9pPr algn="l">
              <a:defRPr sz="2100" b="1">
                <a:solidFill>
                  <a:srgbClr val="293930"/>
                </a:solidFill>
                <a:latin typeface="Arial"/>
                <a:ea typeface="Arial"/>
                <a:cs typeface="Arial"/>
              </a:defRPr>
            </a:lvl9pPr>
          </a:lstStyle>
          <a:p xmlns:a="http://schemas.openxmlformats.org/drawingml/2006/main">
            <a:pPr algn="l">
              <a:defRPr sz="2100" b="1">
                <a:solidFill>
                  <a:srgbClr val="293930"/>
                </a:solidFill>
                <a:latin typeface="Arial"/>
                <a:ea typeface="Arial"/>
                <a:cs typeface="Arial"/>
              </a:defRPr>
            </a:pPr>
            <a:r>
              <a:rPr sz="2100" b="1">
                <a:solidFill>
                  <a:srgbClr val="293930"/>
                </a:solidFill>
                <a:latin typeface="Arial"/>
                <a:ea typeface="Arial"/>
                <a:cs typeface="Arial"/>
              </a:rPr>
              <a:t>The image is faithful</a:t>
            </a:r>
          </a:p>
        </p:txBody>
      </p:sp>
      <p:sp>
        <p:nvSpPr>
          <p:cNvPr id="8" name="text-334">
            <a:extLst xmlns:a="http://schemas.openxmlformats.org/drawingml/2006/main">
              <a:ext uri="{FF2B5EF4-FFF2-40B4-BE49-F238E27FC236}">
                <a16:creationId xmlns:a16="http://schemas.microsoft.com/office/drawing/2014/main" id="{557B6BB0-E518-4EFF-B80A-1A90E17E32B9}"/>
              </a:ext>
            </a:extLst>
          </p:cNvPr>
          <p:cNvSpPr>
            <a:spLocks xmlns:a="http://schemas.openxmlformats.org/drawingml/2006/main" noGrp="1"/>
          </p:cNvSpPr>
          <p:nvPr/>
        </p:nvSpPr>
        <p:spPr>
          <a:xfrm xmlns:a="http://schemas.openxmlformats.org/drawingml/2006/main">
            <a:off x="457200" y="3448050"/>
            <a:ext cx="34290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93930"/>
                </a:solidFill>
                <a:latin typeface="Arial"/>
                <a:ea typeface="Arial"/>
                <a:cs typeface="Arial"/>
              </a:defRPr>
            </a:defPPr>
            <a:lvl1pPr algn="l">
              <a:defRPr sz="1650" b="0">
                <a:solidFill>
                  <a:srgbClr val="293930"/>
                </a:solidFill>
                <a:latin typeface="Arial"/>
                <a:ea typeface="Arial"/>
                <a:cs typeface="Arial"/>
              </a:defRPr>
            </a:lvl1pPr>
            <a:lvl2pPr algn="l">
              <a:defRPr sz="1650" b="0">
                <a:solidFill>
                  <a:srgbClr val="293930"/>
                </a:solidFill>
                <a:latin typeface="Arial"/>
                <a:ea typeface="Arial"/>
                <a:cs typeface="Arial"/>
              </a:defRPr>
            </a:lvl2pPr>
            <a:lvl3pPr algn="l">
              <a:defRPr sz="1650" b="0">
                <a:solidFill>
                  <a:srgbClr val="293930"/>
                </a:solidFill>
                <a:latin typeface="Arial"/>
                <a:ea typeface="Arial"/>
                <a:cs typeface="Arial"/>
              </a:defRPr>
            </a:lvl3pPr>
            <a:lvl4pPr algn="l">
              <a:defRPr sz="1650" b="0">
                <a:solidFill>
                  <a:srgbClr val="293930"/>
                </a:solidFill>
                <a:latin typeface="Arial"/>
                <a:ea typeface="Arial"/>
                <a:cs typeface="Arial"/>
              </a:defRPr>
            </a:lvl4pPr>
            <a:lvl5pPr algn="l">
              <a:defRPr sz="1650" b="0">
                <a:solidFill>
                  <a:srgbClr val="293930"/>
                </a:solidFill>
                <a:latin typeface="Arial"/>
                <a:ea typeface="Arial"/>
                <a:cs typeface="Arial"/>
              </a:defRPr>
            </a:lvl5pPr>
            <a:lvl6pPr algn="l">
              <a:defRPr sz="1650" b="0">
                <a:solidFill>
                  <a:srgbClr val="293930"/>
                </a:solidFill>
                <a:latin typeface="Arial"/>
                <a:ea typeface="Arial"/>
                <a:cs typeface="Arial"/>
              </a:defRPr>
            </a:lvl6pPr>
            <a:lvl7pPr algn="l">
              <a:defRPr sz="1650" b="0">
                <a:solidFill>
                  <a:srgbClr val="293930"/>
                </a:solidFill>
                <a:latin typeface="Arial"/>
                <a:ea typeface="Arial"/>
                <a:cs typeface="Arial"/>
              </a:defRPr>
            </a:lvl7pPr>
            <a:lvl8pPr algn="l">
              <a:defRPr sz="1650" b="0">
                <a:solidFill>
                  <a:srgbClr val="293930"/>
                </a:solidFill>
                <a:latin typeface="Arial"/>
                <a:ea typeface="Arial"/>
                <a:cs typeface="Arial"/>
              </a:defRPr>
            </a:lvl8pPr>
            <a:lvl9pPr algn="l">
              <a:defRPr sz="1650" b="0">
                <a:solidFill>
                  <a:srgbClr val="293930"/>
                </a:solidFill>
                <a:latin typeface="Arial"/>
                <a:ea typeface="Arial"/>
                <a:cs typeface="Arial"/>
              </a:defRPr>
            </a:lvl9pPr>
          </a:lstStyle>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One completed displayed frame</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Matching crop, layers, and time</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Honest mode and fallback labels</a:t>
            </a:r>
          </a:p>
        </p:txBody>
      </p:sp>
      <p:sp>
        <p:nvSpPr>
          <p:cNvPr id="9" name="text-336">
            <a:extLst xmlns:a="http://schemas.openxmlformats.org/drawingml/2006/main">
              <a:ext uri="{FF2B5EF4-FFF2-40B4-BE49-F238E27FC236}">
                <a16:creationId xmlns:a16="http://schemas.microsoft.com/office/drawing/2014/main" id="{0D604559-7F71-4AAE-92C6-A8698002A6DC}"/>
              </a:ext>
            </a:extLst>
          </p:cNvPr>
          <p:cNvSpPr>
            <a:spLocks xmlns:a="http://schemas.openxmlformats.org/drawingml/2006/main" noGrp="1"/>
          </p:cNvSpPr>
          <p:nvPr/>
        </p:nvSpPr>
        <p:spPr>
          <a:xfrm xmlns:a="http://schemas.openxmlformats.org/drawingml/2006/main">
            <a:off x="4371975" y="17335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B9A26C"/>
                </a:solidFill>
                <a:latin typeface="Arial"/>
                <a:ea typeface="Arial"/>
                <a:cs typeface="Arial"/>
              </a:defRPr>
            </a:defPPr>
            <a:lvl1pPr algn="l">
              <a:defRPr sz="3600" b="1">
                <a:solidFill>
                  <a:srgbClr val="B9A26C"/>
                </a:solidFill>
                <a:latin typeface="Arial"/>
                <a:ea typeface="Arial"/>
                <a:cs typeface="Arial"/>
              </a:defRPr>
            </a:lvl1pPr>
            <a:lvl2pPr algn="l">
              <a:defRPr sz="3600" b="1">
                <a:solidFill>
                  <a:srgbClr val="B9A26C"/>
                </a:solidFill>
                <a:latin typeface="Arial"/>
                <a:ea typeface="Arial"/>
                <a:cs typeface="Arial"/>
              </a:defRPr>
            </a:lvl2pPr>
            <a:lvl3pPr algn="l">
              <a:defRPr sz="3600" b="1">
                <a:solidFill>
                  <a:srgbClr val="B9A26C"/>
                </a:solidFill>
                <a:latin typeface="Arial"/>
                <a:ea typeface="Arial"/>
                <a:cs typeface="Arial"/>
              </a:defRPr>
            </a:lvl3pPr>
            <a:lvl4pPr algn="l">
              <a:defRPr sz="3600" b="1">
                <a:solidFill>
                  <a:srgbClr val="B9A26C"/>
                </a:solidFill>
                <a:latin typeface="Arial"/>
                <a:ea typeface="Arial"/>
                <a:cs typeface="Arial"/>
              </a:defRPr>
            </a:lvl4pPr>
            <a:lvl5pPr algn="l">
              <a:defRPr sz="3600" b="1">
                <a:solidFill>
                  <a:srgbClr val="B9A26C"/>
                </a:solidFill>
                <a:latin typeface="Arial"/>
                <a:ea typeface="Arial"/>
                <a:cs typeface="Arial"/>
              </a:defRPr>
            </a:lvl5pPr>
            <a:lvl6pPr algn="l">
              <a:defRPr sz="3600" b="1">
                <a:solidFill>
                  <a:srgbClr val="B9A26C"/>
                </a:solidFill>
                <a:latin typeface="Arial"/>
                <a:ea typeface="Arial"/>
                <a:cs typeface="Arial"/>
              </a:defRPr>
            </a:lvl6pPr>
            <a:lvl7pPr algn="l">
              <a:defRPr sz="3600" b="1">
                <a:solidFill>
                  <a:srgbClr val="B9A26C"/>
                </a:solidFill>
                <a:latin typeface="Arial"/>
                <a:ea typeface="Arial"/>
                <a:cs typeface="Arial"/>
              </a:defRPr>
            </a:lvl7pPr>
            <a:lvl8pPr algn="l">
              <a:defRPr sz="3600" b="1">
                <a:solidFill>
                  <a:srgbClr val="B9A26C"/>
                </a:solidFill>
                <a:latin typeface="Arial"/>
                <a:ea typeface="Arial"/>
                <a:cs typeface="Arial"/>
              </a:defRPr>
            </a:lvl8pPr>
            <a:lvl9pPr algn="l">
              <a:defRPr sz="3600" b="1">
                <a:solidFill>
                  <a:srgbClr val="B9A26C"/>
                </a:solidFill>
                <a:latin typeface="Arial"/>
                <a:ea typeface="Arial"/>
                <a:cs typeface="Arial"/>
              </a:defRPr>
            </a:lvl9pPr>
          </a:lstStyle>
          <a:p xmlns:a="http://schemas.openxmlformats.org/drawingml/2006/main">
            <a:pPr algn="l">
              <a:defRPr sz="3600" b="1">
                <a:solidFill>
                  <a:srgbClr val="B9A26C"/>
                </a:solidFill>
                <a:latin typeface="Arial"/>
                <a:ea typeface="Arial"/>
                <a:cs typeface="Arial"/>
              </a:defRPr>
            </a:pPr>
            <a:r>
              <a:rPr sz="3600" b="1">
                <a:solidFill>
                  <a:srgbClr val="B9A26C"/>
                </a:solidFill>
                <a:latin typeface="Arial"/>
                <a:ea typeface="Arial"/>
                <a:cs typeface="Arial"/>
              </a:rPr>
              <a:t>2</a:t>
            </a:r>
          </a:p>
        </p:txBody>
      </p:sp>
      <p:sp>
        <p:nvSpPr>
          <p:cNvPr id="10" name="text-338">
            <a:extLst xmlns:a="http://schemas.openxmlformats.org/drawingml/2006/main">
              <a:ext uri="{FF2B5EF4-FFF2-40B4-BE49-F238E27FC236}">
                <a16:creationId xmlns:a16="http://schemas.microsoft.com/office/drawing/2014/main" id="{D898C540-3EFB-42F3-87E2-A4DF77CDB62C}"/>
              </a:ext>
            </a:extLst>
          </p:cNvPr>
          <p:cNvSpPr>
            <a:spLocks xmlns:a="http://schemas.openxmlformats.org/drawingml/2006/main" noGrp="1"/>
          </p:cNvSpPr>
          <p:nvPr/>
        </p:nvSpPr>
        <p:spPr>
          <a:xfrm xmlns:a="http://schemas.openxmlformats.org/drawingml/2006/main">
            <a:off x="4371975" y="254317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93930"/>
                </a:solidFill>
                <a:latin typeface="Arial"/>
                <a:ea typeface="Arial"/>
                <a:cs typeface="Arial"/>
              </a:defRPr>
            </a:defPPr>
            <a:lvl1pPr algn="l">
              <a:defRPr sz="2100" b="1">
                <a:solidFill>
                  <a:srgbClr val="293930"/>
                </a:solidFill>
                <a:latin typeface="Arial"/>
                <a:ea typeface="Arial"/>
                <a:cs typeface="Arial"/>
              </a:defRPr>
            </a:lvl1pPr>
            <a:lvl2pPr algn="l">
              <a:defRPr sz="2100" b="1">
                <a:solidFill>
                  <a:srgbClr val="293930"/>
                </a:solidFill>
                <a:latin typeface="Arial"/>
                <a:ea typeface="Arial"/>
                <a:cs typeface="Arial"/>
              </a:defRPr>
            </a:lvl2pPr>
            <a:lvl3pPr algn="l">
              <a:defRPr sz="2100" b="1">
                <a:solidFill>
                  <a:srgbClr val="293930"/>
                </a:solidFill>
                <a:latin typeface="Arial"/>
                <a:ea typeface="Arial"/>
                <a:cs typeface="Arial"/>
              </a:defRPr>
            </a:lvl3pPr>
            <a:lvl4pPr algn="l">
              <a:defRPr sz="2100" b="1">
                <a:solidFill>
                  <a:srgbClr val="293930"/>
                </a:solidFill>
                <a:latin typeface="Arial"/>
                <a:ea typeface="Arial"/>
                <a:cs typeface="Arial"/>
              </a:defRPr>
            </a:lvl4pPr>
            <a:lvl5pPr algn="l">
              <a:defRPr sz="2100" b="1">
                <a:solidFill>
                  <a:srgbClr val="293930"/>
                </a:solidFill>
                <a:latin typeface="Arial"/>
                <a:ea typeface="Arial"/>
                <a:cs typeface="Arial"/>
              </a:defRPr>
            </a:lvl5pPr>
            <a:lvl6pPr algn="l">
              <a:defRPr sz="2100" b="1">
                <a:solidFill>
                  <a:srgbClr val="293930"/>
                </a:solidFill>
                <a:latin typeface="Arial"/>
                <a:ea typeface="Arial"/>
                <a:cs typeface="Arial"/>
              </a:defRPr>
            </a:lvl6pPr>
            <a:lvl7pPr algn="l">
              <a:defRPr sz="2100" b="1">
                <a:solidFill>
                  <a:srgbClr val="293930"/>
                </a:solidFill>
                <a:latin typeface="Arial"/>
                <a:ea typeface="Arial"/>
                <a:cs typeface="Arial"/>
              </a:defRPr>
            </a:lvl7pPr>
            <a:lvl8pPr algn="l">
              <a:defRPr sz="2100" b="1">
                <a:solidFill>
                  <a:srgbClr val="293930"/>
                </a:solidFill>
                <a:latin typeface="Arial"/>
                <a:ea typeface="Arial"/>
                <a:cs typeface="Arial"/>
              </a:defRPr>
            </a:lvl8pPr>
            <a:lvl9pPr algn="l">
              <a:defRPr sz="2100" b="1">
                <a:solidFill>
                  <a:srgbClr val="293930"/>
                </a:solidFill>
                <a:latin typeface="Arial"/>
                <a:ea typeface="Arial"/>
                <a:cs typeface="Arial"/>
              </a:defRPr>
            </a:lvl9pPr>
          </a:lstStyle>
          <a:p xmlns:a="http://schemas.openxmlformats.org/drawingml/2006/main">
            <a:pPr algn="l">
              <a:defRPr sz="2100" b="1">
                <a:solidFill>
                  <a:srgbClr val="293930"/>
                </a:solidFill>
                <a:latin typeface="Arial"/>
                <a:ea typeface="Arial"/>
                <a:cs typeface="Arial"/>
              </a:defRPr>
            </a:pPr>
            <a:r>
              <a:rPr sz="2100" b="1">
                <a:solidFill>
                  <a:srgbClr val="293930"/>
                </a:solidFill>
                <a:latin typeface="Arial"/>
                <a:ea typeface="Arial"/>
                <a:cs typeface="Arial"/>
              </a:rPr>
              <a:t>The flow stays quiet</a:t>
            </a:r>
          </a:p>
        </p:txBody>
      </p:sp>
      <p:sp>
        <p:nvSpPr>
          <p:cNvPr id="11" name="text-340">
            <a:extLst xmlns:a="http://schemas.openxmlformats.org/drawingml/2006/main">
              <a:ext uri="{FF2B5EF4-FFF2-40B4-BE49-F238E27FC236}">
                <a16:creationId xmlns:a16="http://schemas.microsoft.com/office/drawing/2014/main" id="{903FBB62-3DBC-4EF6-8D9D-DEF2BC70FB64}"/>
              </a:ext>
            </a:extLst>
          </p:cNvPr>
          <p:cNvSpPr>
            <a:spLocks xmlns:a="http://schemas.openxmlformats.org/drawingml/2006/main" noGrp="1"/>
          </p:cNvSpPr>
          <p:nvPr/>
        </p:nvSpPr>
        <p:spPr>
          <a:xfrm xmlns:a="http://schemas.openxmlformats.org/drawingml/2006/main">
            <a:off x="4371975" y="3448050"/>
            <a:ext cx="34290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93930"/>
                </a:solidFill>
                <a:latin typeface="Arial"/>
                <a:ea typeface="Arial"/>
                <a:cs typeface="Arial"/>
              </a:defRPr>
            </a:defPPr>
            <a:lvl1pPr algn="l">
              <a:defRPr sz="1650" b="0">
                <a:solidFill>
                  <a:srgbClr val="293930"/>
                </a:solidFill>
                <a:latin typeface="Arial"/>
                <a:ea typeface="Arial"/>
                <a:cs typeface="Arial"/>
              </a:defRPr>
            </a:lvl1pPr>
            <a:lvl2pPr algn="l">
              <a:defRPr sz="1650" b="0">
                <a:solidFill>
                  <a:srgbClr val="293930"/>
                </a:solidFill>
                <a:latin typeface="Arial"/>
                <a:ea typeface="Arial"/>
                <a:cs typeface="Arial"/>
              </a:defRPr>
            </a:lvl2pPr>
            <a:lvl3pPr algn="l">
              <a:defRPr sz="1650" b="0">
                <a:solidFill>
                  <a:srgbClr val="293930"/>
                </a:solidFill>
                <a:latin typeface="Arial"/>
                <a:ea typeface="Arial"/>
                <a:cs typeface="Arial"/>
              </a:defRPr>
            </a:lvl3pPr>
            <a:lvl4pPr algn="l">
              <a:defRPr sz="1650" b="0">
                <a:solidFill>
                  <a:srgbClr val="293930"/>
                </a:solidFill>
                <a:latin typeface="Arial"/>
                <a:ea typeface="Arial"/>
                <a:cs typeface="Arial"/>
              </a:defRPr>
            </a:lvl4pPr>
            <a:lvl5pPr algn="l">
              <a:defRPr sz="1650" b="0">
                <a:solidFill>
                  <a:srgbClr val="293930"/>
                </a:solidFill>
                <a:latin typeface="Arial"/>
                <a:ea typeface="Arial"/>
                <a:cs typeface="Arial"/>
              </a:defRPr>
            </a:lvl5pPr>
            <a:lvl6pPr algn="l">
              <a:defRPr sz="1650" b="0">
                <a:solidFill>
                  <a:srgbClr val="293930"/>
                </a:solidFill>
                <a:latin typeface="Arial"/>
                <a:ea typeface="Arial"/>
                <a:cs typeface="Arial"/>
              </a:defRPr>
            </a:lvl6pPr>
            <a:lvl7pPr algn="l">
              <a:defRPr sz="1650" b="0">
                <a:solidFill>
                  <a:srgbClr val="293930"/>
                </a:solidFill>
                <a:latin typeface="Arial"/>
                <a:ea typeface="Arial"/>
                <a:cs typeface="Arial"/>
              </a:defRPr>
            </a:lvl7pPr>
            <a:lvl8pPr algn="l">
              <a:defRPr sz="1650" b="0">
                <a:solidFill>
                  <a:srgbClr val="293930"/>
                </a:solidFill>
                <a:latin typeface="Arial"/>
                <a:ea typeface="Arial"/>
                <a:cs typeface="Arial"/>
              </a:defRPr>
            </a:lvl8pPr>
            <a:lvl9pPr algn="l">
              <a:defRPr sz="1650" b="0">
                <a:solidFill>
                  <a:srgbClr val="293930"/>
                </a:solidFill>
                <a:latin typeface="Arial"/>
                <a:ea typeface="Arial"/>
                <a:cs typeface="Arial"/>
              </a:defRPr>
            </a:lvl9pPr>
          </a:lstStyle>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Existing control placement</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One optional personal note</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Download, close, and return focus</a:t>
            </a:r>
          </a:p>
        </p:txBody>
      </p:sp>
      <p:sp>
        <p:nvSpPr>
          <p:cNvPr id="12" name="text-342">
            <a:extLst xmlns:a="http://schemas.openxmlformats.org/drawingml/2006/main">
              <a:ext uri="{FF2B5EF4-FFF2-40B4-BE49-F238E27FC236}">
                <a16:creationId xmlns:a16="http://schemas.microsoft.com/office/drawing/2014/main" id="{70BA5EDB-FFE9-4E8D-A81E-581211CA5911}"/>
              </a:ext>
            </a:extLst>
          </p:cNvPr>
          <p:cNvSpPr>
            <a:spLocks xmlns:a="http://schemas.openxmlformats.org/drawingml/2006/main" noGrp="1"/>
          </p:cNvSpPr>
          <p:nvPr/>
        </p:nvSpPr>
        <p:spPr>
          <a:xfrm xmlns:a="http://schemas.openxmlformats.org/drawingml/2006/main">
            <a:off x="8286750" y="17335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B9A26C"/>
                </a:solidFill>
                <a:latin typeface="Arial"/>
                <a:ea typeface="Arial"/>
                <a:cs typeface="Arial"/>
              </a:defRPr>
            </a:defPPr>
            <a:lvl1pPr algn="l">
              <a:defRPr sz="3600" b="1">
                <a:solidFill>
                  <a:srgbClr val="B9A26C"/>
                </a:solidFill>
                <a:latin typeface="Arial"/>
                <a:ea typeface="Arial"/>
                <a:cs typeface="Arial"/>
              </a:defRPr>
            </a:lvl1pPr>
            <a:lvl2pPr algn="l">
              <a:defRPr sz="3600" b="1">
                <a:solidFill>
                  <a:srgbClr val="B9A26C"/>
                </a:solidFill>
                <a:latin typeface="Arial"/>
                <a:ea typeface="Arial"/>
                <a:cs typeface="Arial"/>
              </a:defRPr>
            </a:lvl2pPr>
            <a:lvl3pPr algn="l">
              <a:defRPr sz="3600" b="1">
                <a:solidFill>
                  <a:srgbClr val="B9A26C"/>
                </a:solidFill>
                <a:latin typeface="Arial"/>
                <a:ea typeface="Arial"/>
                <a:cs typeface="Arial"/>
              </a:defRPr>
            </a:lvl3pPr>
            <a:lvl4pPr algn="l">
              <a:defRPr sz="3600" b="1">
                <a:solidFill>
                  <a:srgbClr val="B9A26C"/>
                </a:solidFill>
                <a:latin typeface="Arial"/>
                <a:ea typeface="Arial"/>
                <a:cs typeface="Arial"/>
              </a:defRPr>
            </a:lvl4pPr>
            <a:lvl5pPr algn="l">
              <a:defRPr sz="3600" b="1">
                <a:solidFill>
                  <a:srgbClr val="B9A26C"/>
                </a:solidFill>
                <a:latin typeface="Arial"/>
                <a:ea typeface="Arial"/>
                <a:cs typeface="Arial"/>
              </a:defRPr>
            </a:lvl5pPr>
            <a:lvl6pPr algn="l">
              <a:defRPr sz="3600" b="1">
                <a:solidFill>
                  <a:srgbClr val="B9A26C"/>
                </a:solidFill>
                <a:latin typeface="Arial"/>
                <a:ea typeface="Arial"/>
                <a:cs typeface="Arial"/>
              </a:defRPr>
            </a:lvl6pPr>
            <a:lvl7pPr algn="l">
              <a:defRPr sz="3600" b="1">
                <a:solidFill>
                  <a:srgbClr val="B9A26C"/>
                </a:solidFill>
                <a:latin typeface="Arial"/>
                <a:ea typeface="Arial"/>
                <a:cs typeface="Arial"/>
              </a:defRPr>
            </a:lvl7pPr>
            <a:lvl8pPr algn="l">
              <a:defRPr sz="3600" b="1">
                <a:solidFill>
                  <a:srgbClr val="B9A26C"/>
                </a:solidFill>
                <a:latin typeface="Arial"/>
                <a:ea typeface="Arial"/>
                <a:cs typeface="Arial"/>
              </a:defRPr>
            </a:lvl8pPr>
            <a:lvl9pPr algn="l">
              <a:defRPr sz="3600" b="1">
                <a:solidFill>
                  <a:srgbClr val="B9A26C"/>
                </a:solidFill>
                <a:latin typeface="Arial"/>
                <a:ea typeface="Arial"/>
                <a:cs typeface="Arial"/>
              </a:defRPr>
            </a:lvl9pPr>
          </a:lstStyle>
          <a:p xmlns:a="http://schemas.openxmlformats.org/drawingml/2006/main">
            <a:pPr algn="l">
              <a:defRPr sz="3600" b="1">
                <a:solidFill>
                  <a:srgbClr val="B9A26C"/>
                </a:solidFill>
                <a:latin typeface="Arial"/>
                <a:ea typeface="Arial"/>
                <a:cs typeface="Arial"/>
              </a:defRPr>
            </a:pPr>
            <a:r>
              <a:rPr sz="3600" b="1">
                <a:solidFill>
                  <a:srgbClr val="B9A26C"/>
                </a:solidFill>
                <a:latin typeface="Arial"/>
                <a:ea typeface="Arial"/>
                <a:cs typeface="Arial"/>
              </a:rPr>
              <a:t>3</a:t>
            </a:r>
          </a:p>
        </p:txBody>
      </p:sp>
      <p:sp>
        <p:nvSpPr>
          <p:cNvPr id="13" name="text-344">
            <a:extLst xmlns:a="http://schemas.openxmlformats.org/drawingml/2006/main">
              <a:ext uri="{FF2B5EF4-FFF2-40B4-BE49-F238E27FC236}">
                <a16:creationId xmlns:a16="http://schemas.microsoft.com/office/drawing/2014/main" id="{DCD353D4-0341-4DA1-968E-2E2AC38ACC99}"/>
              </a:ext>
            </a:extLst>
          </p:cNvPr>
          <p:cNvSpPr>
            <a:spLocks xmlns:a="http://schemas.openxmlformats.org/drawingml/2006/main" noGrp="1"/>
          </p:cNvSpPr>
          <p:nvPr/>
        </p:nvSpPr>
        <p:spPr>
          <a:xfrm xmlns:a="http://schemas.openxmlformats.org/drawingml/2006/main">
            <a:off x="8286750" y="254317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93930"/>
                </a:solidFill>
                <a:latin typeface="Arial"/>
                <a:ea typeface="Arial"/>
                <a:cs typeface="Arial"/>
              </a:defRPr>
            </a:defPPr>
            <a:lvl1pPr algn="l">
              <a:defRPr sz="2100" b="1">
                <a:solidFill>
                  <a:srgbClr val="293930"/>
                </a:solidFill>
                <a:latin typeface="Arial"/>
                <a:ea typeface="Arial"/>
                <a:cs typeface="Arial"/>
              </a:defRPr>
            </a:lvl1pPr>
            <a:lvl2pPr algn="l">
              <a:defRPr sz="2100" b="1">
                <a:solidFill>
                  <a:srgbClr val="293930"/>
                </a:solidFill>
                <a:latin typeface="Arial"/>
                <a:ea typeface="Arial"/>
                <a:cs typeface="Arial"/>
              </a:defRPr>
            </a:lvl2pPr>
            <a:lvl3pPr algn="l">
              <a:defRPr sz="2100" b="1">
                <a:solidFill>
                  <a:srgbClr val="293930"/>
                </a:solidFill>
                <a:latin typeface="Arial"/>
                <a:ea typeface="Arial"/>
                <a:cs typeface="Arial"/>
              </a:defRPr>
            </a:lvl3pPr>
            <a:lvl4pPr algn="l">
              <a:defRPr sz="2100" b="1">
                <a:solidFill>
                  <a:srgbClr val="293930"/>
                </a:solidFill>
                <a:latin typeface="Arial"/>
                <a:ea typeface="Arial"/>
                <a:cs typeface="Arial"/>
              </a:defRPr>
            </a:lvl4pPr>
            <a:lvl5pPr algn="l">
              <a:defRPr sz="2100" b="1">
                <a:solidFill>
                  <a:srgbClr val="293930"/>
                </a:solidFill>
                <a:latin typeface="Arial"/>
                <a:ea typeface="Arial"/>
                <a:cs typeface="Arial"/>
              </a:defRPr>
            </a:lvl5pPr>
            <a:lvl6pPr algn="l">
              <a:defRPr sz="2100" b="1">
                <a:solidFill>
                  <a:srgbClr val="293930"/>
                </a:solidFill>
                <a:latin typeface="Arial"/>
                <a:ea typeface="Arial"/>
                <a:cs typeface="Arial"/>
              </a:defRPr>
            </a:lvl6pPr>
            <a:lvl7pPr algn="l">
              <a:defRPr sz="2100" b="1">
                <a:solidFill>
                  <a:srgbClr val="293930"/>
                </a:solidFill>
                <a:latin typeface="Arial"/>
                <a:ea typeface="Arial"/>
                <a:cs typeface="Arial"/>
              </a:defRPr>
            </a:lvl7pPr>
            <a:lvl8pPr algn="l">
              <a:defRPr sz="2100" b="1">
                <a:solidFill>
                  <a:srgbClr val="293930"/>
                </a:solidFill>
                <a:latin typeface="Arial"/>
                <a:ea typeface="Arial"/>
                <a:cs typeface="Arial"/>
              </a:defRPr>
            </a:lvl8pPr>
            <a:lvl9pPr algn="l">
              <a:defRPr sz="2100" b="1">
                <a:solidFill>
                  <a:srgbClr val="293930"/>
                </a:solidFill>
                <a:latin typeface="Arial"/>
                <a:ea typeface="Arial"/>
                <a:cs typeface="Arial"/>
              </a:defRPr>
            </a:lvl9pPr>
          </a:lstStyle>
          <a:p xmlns:a="http://schemas.openxmlformats.org/drawingml/2006/main">
            <a:pPr algn="l">
              <a:defRPr sz="2100" b="1">
                <a:solidFill>
                  <a:srgbClr val="293930"/>
                </a:solidFill>
                <a:latin typeface="Arial"/>
                <a:ea typeface="Arial"/>
                <a:cs typeface="Arial"/>
              </a:defRPr>
            </a:pPr>
            <a:r>
              <a:rPr sz="2100" b="1">
                <a:solidFill>
                  <a:srgbClr val="293930"/>
                </a:solidFill>
                <a:latin typeface="Arial"/>
                <a:ea typeface="Arial"/>
                <a:cs typeface="Arial"/>
              </a:rPr>
              <a:t>The moment survives errors</a:t>
            </a:r>
          </a:p>
        </p:txBody>
      </p:sp>
      <p:sp>
        <p:nvSpPr>
          <p:cNvPr id="14" name="text-346">
            <a:extLst xmlns:a="http://schemas.openxmlformats.org/drawingml/2006/main">
              <a:ext uri="{FF2B5EF4-FFF2-40B4-BE49-F238E27FC236}">
                <a16:creationId xmlns:a16="http://schemas.microsoft.com/office/drawing/2014/main" id="{278C9DCA-9B00-49C2-9883-E62617754665}"/>
              </a:ext>
            </a:extLst>
          </p:cNvPr>
          <p:cNvSpPr>
            <a:spLocks xmlns:a="http://schemas.openxmlformats.org/drawingml/2006/main" noGrp="1"/>
          </p:cNvSpPr>
          <p:nvPr/>
        </p:nvSpPr>
        <p:spPr>
          <a:xfrm xmlns:a="http://schemas.openxmlformats.org/drawingml/2006/main">
            <a:off x="8286750" y="3448050"/>
            <a:ext cx="34290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93930"/>
                </a:solidFill>
                <a:latin typeface="Arial"/>
                <a:ea typeface="Arial"/>
                <a:cs typeface="Arial"/>
              </a:defRPr>
            </a:defPPr>
            <a:lvl1pPr algn="l">
              <a:defRPr sz="1650" b="0">
                <a:solidFill>
                  <a:srgbClr val="293930"/>
                </a:solidFill>
                <a:latin typeface="Arial"/>
                <a:ea typeface="Arial"/>
                <a:cs typeface="Arial"/>
              </a:defRPr>
            </a:lvl1pPr>
            <a:lvl2pPr algn="l">
              <a:defRPr sz="1650" b="0">
                <a:solidFill>
                  <a:srgbClr val="293930"/>
                </a:solidFill>
                <a:latin typeface="Arial"/>
                <a:ea typeface="Arial"/>
                <a:cs typeface="Arial"/>
              </a:defRPr>
            </a:lvl2pPr>
            <a:lvl3pPr algn="l">
              <a:defRPr sz="1650" b="0">
                <a:solidFill>
                  <a:srgbClr val="293930"/>
                </a:solidFill>
                <a:latin typeface="Arial"/>
                <a:ea typeface="Arial"/>
                <a:cs typeface="Arial"/>
              </a:defRPr>
            </a:lvl3pPr>
            <a:lvl4pPr algn="l">
              <a:defRPr sz="1650" b="0">
                <a:solidFill>
                  <a:srgbClr val="293930"/>
                </a:solidFill>
                <a:latin typeface="Arial"/>
                <a:ea typeface="Arial"/>
                <a:cs typeface="Arial"/>
              </a:defRPr>
            </a:lvl4pPr>
            <a:lvl5pPr algn="l">
              <a:defRPr sz="1650" b="0">
                <a:solidFill>
                  <a:srgbClr val="293930"/>
                </a:solidFill>
                <a:latin typeface="Arial"/>
                <a:ea typeface="Arial"/>
                <a:cs typeface="Arial"/>
              </a:defRPr>
            </a:lvl5pPr>
            <a:lvl6pPr algn="l">
              <a:defRPr sz="1650" b="0">
                <a:solidFill>
                  <a:srgbClr val="293930"/>
                </a:solidFill>
                <a:latin typeface="Arial"/>
                <a:ea typeface="Arial"/>
                <a:cs typeface="Arial"/>
              </a:defRPr>
            </a:lvl6pPr>
            <a:lvl7pPr algn="l">
              <a:defRPr sz="1650" b="0">
                <a:solidFill>
                  <a:srgbClr val="293930"/>
                </a:solidFill>
                <a:latin typeface="Arial"/>
                <a:ea typeface="Arial"/>
                <a:cs typeface="Arial"/>
              </a:defRPr>
            </a:lvl7pPr>
            <a:lvl8pPr algn="l">
              <a:defRPr sz="1650" b="0">
                <a:solidFill>
                  <a:srgbClr val="293930"/>
                </a:solidFill>
                <a:latin typeface="Arial"/>
                <a:ea typeface="Arial"/>
                <a:cs typeface="Arial"/>
              </a:defRPr>
            </a:lvl8pPr>
            <a:lvl9pPr algn="l">
              <a:defRPr sz="1650" b="0">
                <a:solidFill>
                  <a:srgbClr val="293930"/>
                </a:solidFill>
                <a:latin typeface="Arial"/>
                <a:ea typeface="Arial"/>
                <a:cs typeface="Arial"/>
              </a:defRPr>
            </a:lvl9pPr>
          </a:lstStyle>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Capture stays fixed during edits</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Retry retains image and note</a:t>
            </a:r>
          </a:p>
          <a:p xmlns:a="http://schemas.openxmlformats.org/drawingml/2006/main">
            <a:r>
              <a:t/>
            </a:r>
          </a:p>
          <a:p xmlns:a="http://schemas.openxmlformats.org/drawingml/2006/main">
            <a:pPr algn="l">
              <a:defRPr sz="1650" b="0">
                <a:solidFill>
                  <a:srgbClr val="293930"/>
                </a:solidFill>
                <a:latin typeface="Arial"/>
                <a:ea typeface="Arial"/>
                <a:cs typeface="Arial"/>
              </a:defRPr>
            </a:pPr>
            <a:r>
              <a:rPr sz="1650" b="0">
                <a:solidFill>
                  <a:srgbClr val="293930"/>
                </a:solidFill>
                <a:latin typeface="Arial"/>
                <a:ea typeface="Arial"/>
                <a:cs typeface="Arial"/>
              </a:rPr>
              <a:t>Mobile and keyboard completion</a:t>
            </a:r>
          </a:p>
        </p:txBody>
      </p:sp>
      <p:sp>
        <p:nvSpPr>
          <p:cNvPr id="15" name="shape-347">
            <a:extLst xmlns:a="http://schemas.openxmlformats.org/drawingml/2006/main">
              <a:ext uri="{FF2B5EF4-FFF2-40B4-BE49-F238E27FC236}">
                <a16:creationId xmlns:a16="http://schemas.microsoft.com/office/drawing/2014/main" id="{47023C93-595E-4310-BD6A-4CAC57DF3C96}"/>
              </a:ext>
            </a:extLst>
          </p:cNvPr>
          <p:cNvSpPr>
            <a:spLocks xmlns:a="http://schemas.openxmlformats.org/drawingml/2006/main" noGrp="1"/>
          </p:cNvSpPr>
          <p:nvPr/>
        </p:nvSpPr>
        <p:spPr>
          <a:xfrm xmlns:a="http://schemas.openxmlformats.org/drawingml/2006/main">
            <a:off x="457200" y="5591175"/>
            <a:ext cx="11277600" cy="9525"/>
          </a:xfrm>
          <a:prstGeom xmlns:a="http://schemas.openxmlformats.org/drawingml/2006/main" prst="rect">
            <a:avLst/>
          </a:prstGeom>
          <a:solidFill xmlns:a="http://schemas.openxmlformats.org/drawingml/2006/main">
            <a:srgbClr val="D3D7C9"/>
          </a:solidFill>
          <a:ln xmlns:a="http://schemas.openxmlformats.org/drawingml/2006/main" w="0">
            <a:noFill/>
            <a:prstDash val="solid"/>
          </a:ln>
        </p:spPr>
      </p:sp>
      <p:sp>
        <p:nvSpPr>
          <p:cNvPr id="16" name="text-349">
            <a:extLst xmlns:a="http://schemas.openxmlformats.org/drawingml/2006/main">
              <a:ext uri="{FF2B5EF4-FFF2-40B4-BE49-F238E27FC236}">
                <a16:creationId xmlns:a16="http://schemas.microsoft.com/office/drawing/2014/main" id="{91006E5A-527A-4003-8969-5BFD6426909F}"/>
              </a:ext>
            </a:extLst>
          </p:cNvPr>
          <p:cNvSpPr>
            <a:spLocks xmlns:a="http://schemas.openxmlformats.org/drawingml/2006/main" noGrp="1"/>
          </p:cNvSpPr>
          <p:nvPr/>
        </p:nvSpPr>
        <p:spPr>
          <a:xfrm xmlns:a="http://schemas.openxmlformats.org/drawingml/2006/main">
            <a:off x="457200" y="5819775"/>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93930"/>
                </a:solidFill>
                <a:latin typeface="Arial"/>
                <a:ea typeface="Arial"/>
                <a:cs typeface="Arial"/>
              </a:defRPr>
            </a:defPPr>
            <a:lvl1pPr algn="l">
              <a:defRPr sz="1425" b="1">
                <a:solidFill>
                  <a:srgbClr val="293930"/>
                </a:solidFill>
                <a:latin typeface="Arial"/>
                <a:ea typeface="Arial"/>
                <a:cs typeface="Arial"/>
              </a:defRPr>
            </a:lvl1pPr>
            <a:lvl2pPr algn="l">
              <a:defRPr sz="1425" b="1">
                <a:solidFill>
                  <a:srgbClr val="293930"/>
                </a:solidFill>
                <a:latin typeface="Arial"/>
                <a:ea typeface="Arial"/>
                <a:cs typeface="Arial"/>
              </a:defRPr>
            </a:lvl2pPr>
            <a:lvl3pPr algn="l">
              <a:defRPr sz="1425" b="1">
                <a:solidFill>
                  <a:srgbClr val="293930"/>
                </a:solidFill>
                <a:latin typeface="Arial"/>
                <a:ea typeface="Arial"/>
                <a:cs typeface="Arial"/>
              </a:defRPr>
            </a:lvl3pPr>
            <a:lvl4pPr algn="l">
              <a:defRPr sz="1425" b="1">
                <a:solidFill>
                  <a:srgbClr val="293930"/>
                </a:solidFill>
                <a:latin typeface="Arial"/>
                <a:ea typeface="Arial"/>
                <a:cs typeface="Arial"/>
              </a:defRPr>
            </a:lvl4pPr>
            <a:lvl5pPr algn="l">
              <a:defRPr sz="1425" b="1">
                <a:solidFill>
                  <a:srgbClr val="293930"/>
                </a:solidFill>
                <a:latin typeface="Arial"/>
                <a:ea typeface="Arial"/>
                <a:cs typeface="Arial"/>
              </a:defRPr>
            </a:lvl5pPr>
            <a:lvl6pPr algn="l">
              <a:defRPr sz="1425" b="1">
                <a:solidFill>
                  <a:srgbClr val="293930"/>
                </a:solidFill>
                <a:latin typeface="Arial"/>
                <a:ea typeface="Arial"/>
                <a:cs typeface="Arial"/>
              </a:defRPr>
            </a:lvl6pPr>
            <a:lvl7pPr algn="l">
              <a:defRPr sz="1425" b="1">
                <a:solidFill>
                  <a:srgbClr val="293930"/>
                </a:solidFill>
                <a:latin typeface="Arial"/>
                <a:ea typeface="Arial"/>
                <a:cs typeface="Arial"/>
              </a:defRPr>
            </a:lvl7pPr>
            <a:lvl8pPr algn="l">
              <a:defRPr sz="1425" b="1">
                <a:solidFill>
                  <a:srgbClr val="293930"/>
                </a:solidFill>
                <a:latin typeface="Arial"/>
                <a:ea typeface="Arial"/>
                <a:cs typeface="Arial"/>
              </a:defRPr>
            </a:lvl8pPr>
            <a:lvl9pPr algn="l">
              <a:defRPr sz="1425" b="1">
                <a:solidFill>
                  <a:srgbClr val="293930"/>
                </a:solidFill>
                <a:latin typeface="Arial"/>
                <a:ea typeface="Arial"/>
                <a:cs typeface="Arial"/>
              </a:defRPr>
            </a:lvl9pPr>
          </a:lstStyle>
          <a:p xmlns:a="http://schemas.openxmlformats.org/drawingml/2006/main">
            <a:pPr algn="l">
              <a:defRPr sz="1425" b="1">
                <a:solidFill>
                  <a:srgbClr val="293930"/>
                </a:solidFill>
                <a:latin typeface="Arial"/>
                <a:ea typeface="Arial"/>
                <a:cs typeface="Arial"/>
              </a:defRPr>
            </a:pPr>
            <a:r>
              <a:rPr sz="1425" b="1">
                <a:solidFill>
                  <a:srgbClr val="293930"/>
                </a:solidFill>
                <a:latin typeface="Arial"/>
                <a:ea typeface="Arial"/>
                <a:cs typeface="Arial"/>
              </a:rPr>
              <a:t>Later options</a:t>
            </a:r>
          </a:p>
        </p:txBody>
      </p:sp>
      <p:sp>
        <p:nvSpPr>
          <p:cNvPr id="17" name="text-351">
            <a:extLst xmlns:a="http://schemas.openxmlformats.org/drawingml/2006/main">
              <a:ext uri="{FF2B5EF4-FFF2-40B4-BE49-F238E27FC236}">
                <a16:creationId xmlns:a16="http://schemas.microsoft.com/office/drawing/2014/main" id="{E677AD19-3832-4BAD-931D-47017448735D}"/>
              </a:ext>
            </a:extLst>
          </p:cNvPr>
          <p:cNvSpPr>
            <a:spLocks xmlns:a="http://schemas.openxmlformats.org/drawingml/2006/main" noGrp="1"/>
          </p:cNvSpPr>
          <p:nvPr/>
        </p:nvSpPr>
        <p:spPr>
          <a:xfrm xmlns:a="http://schemas.openxmlformats.org/drawingml/2006/main">
            <a:off x="2362200" y="5810250"/>
            <a:ext cx="935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4705F"/>
                </a:solidFill>
                <a:latin typeface="Arial"/>
                <a:ea typeface="Arial"/>
                <a:cs typeface="Arial"/>
              </a:defRPr>
            </a:defPPr>
            <a:lvl1pPr algn="l">
              <a:defRPr sz="1500" b="0">
                <a:solidFill>
                  <a:srgbClr val="64705F"/>
                </a:solidFill>
                <a:latin typeface="Arial"/>
                <a:ea typeface="Arial"/>
                <a:cs typeface="Arial"/>
              </a:defRPr>
            </a:lvl1pPr>
            <a:lvl2pPr algn="l">
              <a:defRPr sz="1500" b="0">
                <a:solidFill>
                  <a:srgbClr val="64705F"/>
                </a:solidFill>
                <a:latin typeface="Arial"/>
                <a:ea typeface="Arial"/>
                <a:cs typeface="Arial"/>
              </a:defRPr>
            </a:lvl2pPr>
            <a:lvl3pPr algn="l">
              <a:defRPr sz="1500" b="0">
                <a:solidFill>
                  <a:srgbClr val="64705F"/>
                </a:solidFill>
                <a:latin typeface="Arial"/>
                <a:ea typeface="Arial"/>
                <a:cs typeface="Arial"/>
              </a:defRPr>
            </a:lvl3pPr>
            <a:lvl4pPr algn="l">
              <a:defRPr sz="1500" b="0">
                <a:solidFill>
                  <a:srgbClr val="64705F"/>
                </a:solidFill>
                <a:latin typeface="Arial"/>
                <a:ea typeface="Arial"/>
                <a:cs typeface="Arial"/>
              </a:defRPr>
            </a:lvl4pPr>
            <a:lvl5pPr algn="l">
              <a:defRPr sz="1500" b="0">
                <a:solidFill>
                  <a:srgbClr val="64705F"/>
                </a:solidFill>
                <a:latin typeface="Arial"/>
                <a:ea typeface="Arial"/>
                <a:cs typeface="Arial"/>
              </a:defRPr>
            </a:lvl5pPr>
            <a:lvl6pPr algn="l">
              <a:defRPr sz="1500" b="0">
                <a:solidFill>
                  <a:srgbClr val="64705F"/>
                </a:solidFill>
                <a:latin typeface="Arial"/>
                <a:ea typeface="Arial"/>
                <a:cs typeface="Arial"/>
              </a:defRPr>
            </a:lvl6pPr>
            <a:lvl7pPr algn="l">
              <a:defRPr sz="1500" b="0">
                <a:solidFill>
                  <a:srgbClr val="64705F"/>
                </a:solidFill>
                <a:latin typeface="Arial"/>
                <a:ea typeface="Arial"/>
                <a:cs typeface="Arial"/>
              </a:defRPr>
            </a:lvl7pPr>
            <a:lvl8pPr algn="l">
              <a:defRPr sz="1500" b="0">
                <a:solidFill>
                  <a:srgbClr val="64705F"/>
                </a:solidFill>
                <a:latin typeface="Arial"/>
                <a:ea typeface="Arial"/>
                <a:cs typeface="Arial"/>
              </a:defRPr>
            </a:lvl8pPr>
            <a:lvl9pPr algn="l">
              <a:defRPr sz="1500" b="0">
                <a:solidFill>
                  <a:srgbClr val="64705F"/>
                </a:solidFill>
                <a:latin typeface="Arial"/>
                <a:ea typeface="Arial"/>
                <a:cs typeface="Arial"/>
              </a:defRPr>
            </a:lvl9pPr>
          </a:lstStyle>
          <a:p xmlns:a="http://schemas.openxmlformats.org/drawingml/2006/main">
            <a:pPr algn="l">
              <a:defRPr sz="1500" b="0">
                <a:solidFill>
                  <a:srgbClr val="64705F"/>
                </a:solidFill>
                <a:latin typeface="Arial"/>
                <a:ea typeface="Arial"/>
                <a:cs typeface="Arial"/>
              </a:defRPr>
            </a:pPr>
            <a:r>
              <a:rPr sz="1500" b="0">
                <a:solidFill>
                  <a:srgbClr val="64705F"/>
                </a:solidFill>
                <a:latin typeface="Arial"/>
                <a:ea typeface="Arial"/>
                <a:cs typeface="Arial"/>
              </a:rPr>
              <a:t>A saved-view gallery, cloud sync, sharing links, and alternate export formats.</a:t>
            </a:r>
          </a:p>
        </p:txBody>
      </p:sp>
    </p:spTree>
    <p:extLst>
      <p:ext uri="{BB962C8B-B14F-4D97-AF65-F5344CB8AC3E}">
        <p14:creationId xmlns:p14="http://schemas.microsoft.com/office/powerpoint/2010/main" val="9518520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2026-10-22T23:26:30.9030000Z</dcterms:created>
  <dcterms:modified xsi:type="dcterms:W3CDTF">2026-10-22T23:26:30.9030000Z</dcterms:modified>
</coreProperties>
</file>